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64" r:id="rId5"/>
    <p:sldId id="265" r:id="rId6"/>
    <p:sldId id="285" r:id="rId7"/>
    <p:sldId id="259" r:id="rId8"/>
    <p:sldId id="266" r:id="rId9"/>
    <p:sldId id="267" r:id="rId10"/>
    <p:sldId id="268" r:id="rId11"/>
    <p:sldId id="269" r:id="rId12"/>
    <p:sldId id="270" r:id="rId13"/>
    <p:sldId id="260" r:id="rId14"/>
    <p:sldId id="261" r:id="rId15"/>
    <p:sldId id="273" r:id="rId16"/>
    <p:sldId id="275" r:id="rId17"/>
    <p:sldId id="276" r:id="rId18"/>
    <p:sldId id="284" r:id="rId19"/>
    <p:sldId id="274" r:id="rId20"/>
    <p:sldId id="283" r:id="rId21"/>
    <p:sldId id="26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23" autoAdjust="0"/>
    <p:restoredTop sz="94661" autoAdjust="0"/>
  </p:normalViewPr>
  <p:slideViewPr>
    <p:cSldViewPr snapToGrid="0">
      <p:cViewPr varScale="1">
        <p:scale>
          <a:sx n="230" d="100"/>
          <a:sy n="230" d="100"/>
        </p:scale>
        <p:origin x="1992" y="3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E1EDEE-5F7B-483D-8674-DAE3329D9B5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0C85043-98E5-4FA7-A99E-AEEB46783A4E}">
      <dgm:prSet/>
      <dgm:spPr/>
      <dgm:t>
        <a:bodyPr/>
        <a:lstStyle/>
        <a:p>
          <a:r>
            <a:rPr lang="en-US"/>
            <a:t>Course</a:t>
          </a:r>
          <a:r>
            <a:rPr lang="en-US" baseline="0"/>
            <a:t> Philosophy</a:t>
          </a:r>
          <a:endParaRPr lang="en-US"/>
        </a:p>
      </dgm:t>
    </dgm:pt>
    <dgm:pt modelId="{DF39E0D6-69C3-4804-B71C-8EA7096A5EE9}" type="parTrans" cxnId="{22B06028-0179-43CE-8CAF-66AC091CDEE7}">
      <dgm:prSet/>
      <dgm:spPr/>
      <dgm:t>
        <a:bodyPr/>
        <a:lstStyle/>
        <a:p>
          <a:endParaRPr lang="en-US"/>
        </a:p>
      </dgm:t>
    </dgm:pt>
    <dgm:pt modelId="{6EE1863C-CC77-4DF8-9E75-DD01F0FFDB74}" type="sibTrans" cxnId="{22B06028-0179-43CE-8CAF-66AC091CDEE7}">
      <dgm:prSet/>
      <dgm:spPr/>
      <dgm:t>
        <a:bodyPr/>
        <a:lstStyle/>
        <a:p>
          <a:endParaRPr lang="en-US"/>
        </a:p>
      </dgm:t>
    </dgm:pt>
    <dgm:pt modelId="{BBB5EA08-93D3-45BC-B9C9-B2151573BC30}">
      <dgm:prSet/>
      <dgm:spPr/>
      <dgm:t>
        <a:bodyPr/>
        <a:lstStyle/>
        <a:p>
          <a:r>
            <a:rPr lang="en-US" baseline="0"/>
            <a:t>Course Contents</a:t>
          </a:r>
          <a:endParaRPr lang="en-US"/>
        </a:p>
      </dgm:t>
    </dgm:pt>
    <dgm:pt modelId="{69C499AF-532A-4300-9FA9-CF6BEED7FE6A}" type="parTrans" cxnId="{16C450AF-176C-471A-9A5A-AEA7CFFA29E7}">
      <dgm:prSet/>
      <dgm:spPr/>
      <dgm:t>
        <a:bodyPr/>
        <a:lstStyle/>
        <a:p>
          <a:endParaRPr lang="en-US"/>
        </a:p>
      </dgm:t>
    </dgm:pt>
    <dgm:pt modelId="{28ECCDDA-E7F0-45B3-B5BA-12FACB4382E7}" type="sibTrans" cxnId="{16C450AF-176C-471A-9A5A-AEA7CFFA29E7}">
      <dgm:prSet/>
      <dgm:spPr/>
      <dgm:t>
        <a:bodyPr/>
        <a:lstStyle/>
        <a:p>
          <a:endParaRPr lang="en-US"/>
        </a:p>
      </dgm:t>
    </dgm:pt>
    <dgm:pt modelId="{4A205ABA-D1B2-430D-8B96-9B4662004B77}">
      <dgm:prSet/>
      <dgm:spPr/>
      <dgm:t>
        <a:bodyPr/>
        <a:lstStyle/>
        <a:p>
          <a:r>
            <a:rPr lang="en-US" baseline="0"/>
            <a:t>Structure of Lecture Material</a:t>
          </a:r>
          <a:endParaRPr lang="en-US"/>
        </a:p>
      </dgm:t>
    </dgm:pt>
    <dgm:pt modelId="{12804558-4E90-4C80-BDAA-99FB54DB4C2B}" type="parTrans" cxnId="{EC118248-2B56-48B3-B8FB-EB9E8D658F32}">
      <dgm:prSet/>
      <dgm:spPr/>
      <dgm:t>
        <a:bodyPr/>
        <a:lstStyle/>
        <a:p>
          <a:endParaRPr lang="en-US"/>
        </a:p>
      </dgm:t>
    </dgm:pt>
    <dgm:pt modelId="{95D6F23E-63FA-4CE2-9839-60D581FA86DF}" type="sibTrans" cxnId="{EC118248-2B56-48B3-B8FB-EB9E8D658F32}">
      <dgm:prSet/>
      <dgm:spPr/>
      <dgm:t>
        <a:bodyPr/>
        <a:lstStyle/>
        <a:p>
          <a:endParaRPr lang="en-US"/>
        </a:p>
      </dgm:t>
    </dgm:pt>
    <dgm:pt modelId="{BFCE9C8B-A4EC-4E10-965E-8AC0F14741FF}">
      <dgm:prSet/>
      <dgm:spPr/>
      <dgm:t>
        <a:bodyPr/>
        <a:lstStyle/>
        <a:p>
          <a:r>
            <a:rPr lang="en-US" baseline="0"/>
            <a:t>Overview of Assignments &amp; Assessments</a:t>
          </a:r>
          <a:endParaRPr lang="en-US"/>
        </a:p>
      </dgm:t>
    </dgm:pt>
    <dgm:pt modelId="{33307515-E033-41B1-B0D5-1A8E206F3578}" type="parTrans" cxnId="{9A814C8A-3B6E-4BC6-9B39-71A608828784}">
      <dgm:prSet/>
      <dgm:spPr/>
      <dgm:t>
        <a:bodyPr/>
        <a:lstStyle/>
        <a:p>
          <a:endParaRPr lang="en-US"/>
        </a:p>
      </dgm:t>
    </dgm:pt>
    <dgm:pt modelId="{88208CB9-EED0-4A65-B9D0-8B53B70AE39A}" type="sibTrans" cxnId="{9A814C8A-3B6E-4BC6-9B39-71A608828784}">
      <dgm:prSet/>
      <dgm:spPr/>
      <dgm:t>
        <a:bodyPr/>
        <a:lstStyle/>
        <a:p>
          <a:endParaRPr lang="en-US"/>
        </a:p>
      </dgm:t>
    </dgm:pt>
    <dgm:pt modelId="{B8D18E0C-BDD3-4D94-9315-D9FFF920F440}">
      <dgm:prSet/>
      <dgm:spPr/>
      <dgm:t>
        <a:bodyPr/>
        <a:lstStyle/>
        <a:p>
          <a:r>
            <a:rPr lang="en-US" baseline="0"/>
            <a:t>Setting up your Dev Environment</a:t>
          </a:r>
          <a:endParaRPr lang="en-US"/>
        </a:p>
      </dgm:t>
    </dgm:pt>
    <dgm:pt modelId="{341BE33C-4AEA-426F-80B4-3EC4FAD7A5B0}" type="parTrans" cxnId="{420808D5-E1D6-4F9C-B869-EB03DFD717FF}">
      <dgm:prSet/>
      <dgm:spPr/>
      <dgm:t>
        <a:bodyPr/>
        <a:lstStyle/>
        <a:p>
          <a:endParaRPr lang="en-US"/>
        </a:p>
      </dgm:t>
    </dgm:pt>
    <dgm:pt modelId="{696F1C11-C035-47F5-8C42-E4E2B31AB327}" type="sibTrans" cxnId="{420808D5-E1D6-4F9C-B869-EB03DFD717FF}">
      <dgm:prSet/>
      <dgm:spPr/>
      <dgm:t>
        <a:bodyPr/>
        <a:lstStyle/>
        <a:p>
          <a:endParaRPr lang="en-US"/>
        </a:p>
      </dgm:t>
    </dgm:pt>
    <dgm:pt modelId="{871FE755-016B-4514-BDCF-5993E083C421}" type="pres">
      <dgm:prSet presAssocID="{7EE1EDEE-5F7B-483D-8674-DAE3329D9B5B}" presName="vert0" presStyleCnt="0">
        <dgm:presLayoutVars>
          <dgm:dir/>
          <dgm:animOne val="branch"/>
          <dgm:animLvl val="lvl"/>
        </dgm:presLayoutVars>
      </dgm:prSet>
      <dgm:spPr/>
    </dgm:pt>
    <dgm:pt modelId="{9194EEEB-C77C-4853-AEFE-1BD5942BA9FB}" type="pres">
      <dgm:prSet presAssocID="{60C85043-98E5-4FA7-A99E-AEEB46783A4E}" presName="thickLine" presStyleLbl="alignNode1" presStyleIdx="0" presStyleCnt="5"/>
      <dgm:spPr/>
    </dgm:pt>
    <dgm:pt modelId="{C74C4DA1-340D-4914-8CF1-1D90D0B1DC53}" type="pres">
      <dgm:prSet presAssocID="{60C85043-98E5-4FA7-A99E-AEEB46783A4E}" presName="horz1" presStyleCnt="0"/>
      <dgm:spPr/>
    </dgm:pt>
    <dgm:pt modelId="{F48C990D-B793-443D-91CE-2EA2ED085571}" type="pres">
      <dgm:prSet presAssocID="{60C85043-98E5-4FA7-A99E-AEEB46783A4E}" presName="tx1" presStyleLbl="revTx" presStyleIdx="0" presStyleCnt="5"/>
      <dgm:spPr/>
    </dgm:pt>
    <dgm:pt modelId="{3F314424-8B61-4ED1-8CA7-F8857A332927}" type="pres">
      <dgm:prSet presAssocID="{60C85043-98E5-4FA7-A99E-AEEB46783A4E}" presName="vert1" presStyleCnt="0"/>
      <dgm:spPr/>
    </dgm:pt>
    <dgm:pt modelId="{89BF6DF6-5ED4-4713-8E14-1144651BEA4A}" type="pres">
      <dgm:prSet presAssocID="{BBB5EA08-93D3-45BC-B9C9-B2151573BC30}" presName="thickLine" presStyleLbl="alignNode1" presStyleIdx="1" presStyleCnt="5"/>
      <dgm:spPr/>
    </dgm:pt>
    <dgm:pt modelId="{648A2EE5-3ECB-4CCE-9AB8-D9E0EE03B6D7}" type="pres">
      <dgm:prSet presAssocID="{BBB5EA08-93D3-45BC-B9C9-B2151573BC30}" presName="horz1" presStyleCnt="0"/>
      <dgm:spPr/>
    </dgm:pt>
    <dgm:pt modelId="{D37ADA7E-8AFF-4948-A81F-ACF2891A99B7}" type="pres">
      <dgm:prSet presAssocID="{BBB5EA08-93D3-45BC-B9C9-B2151573BC30}" presName="tx1" presStyleLbl="revTx" presStyleIdx="1" presStyleCnt="5"/>
      <dgm:spPr/>
    </dgm:pt>
    <dgm:pt modelId="{E6B5E362-AF6D-42FB-AED6-325BA0B27747}" type="pres">
      <dgm:prSet presAssocID="{BBB5EA08-93D3-45BC-B9C9-B2151573BC30}" presName="vert1" presStyleCnt="0"/>
      <dgm:spPr/>
    </dgm:pt>
    <dgm:pt modelId="{DD562D0C-8F0A-448C-B2DD-E7E0D268EE1B}" type="pres">
      <dgm:prSet presAssocID="{4A205ABA-D1B2-430D-8B96-9B4662004B77}" presName="thickLine" presStyleLbl="alignNode1" presStyleIdx="2" presStyleCnt="5"/>
      <dgm:spPr/>
    </dgm:pt>
    <dgm:pt modelId="{5AFEC86D-BE23-4D0E-B3BE-B0F3CDE72DA8}" type="pres">
      <dgm:prSet presAssocID="{4A205ABA-D1B2-430D-8B96-9B4662004B77}" presName="horz1" presStyleCnt="0"/>
      <dgm:spPr/>
    </dgm:pt>
    <dgm:pt modelId="{FC0C4CD0-4D34-4F58-9835-8C5C71D5D710}" type="pres">
      <dgm:prSet presAssocID="{4A205ABA-D1B2-430D-8B96-9B4662004B77}" presName="tx1" presStyleLbl="revTx" presStyleIdx="2" presStyleCnt="5"/>
      <dgm:spPr/>
    </dgm:pt>
    <dgm:pt modelId="{03F81A73-609A-4435-B088-097345F03D99}" type="pres">
      <dgm:prSet presAssocID="{4A205ABA-D1B2-430D-8B96-9B4662004B77}" presName="vert1" presStyleCnt="0"/>
      <dgm:spPr/>
    </dgm:pt>
    <dgm:pt modelId="{261BB71E-7825-41AD-8F8D-F140063181B8}" type="pres">
      <dgm:prSet presAssocID="{BFCE9C8B-A4EC-4E10-965E-8AC0F14741FF}" presName="thickLine" presStyleLbl="alignNode1" presStyleIdx="3" presStyleCnt="5"/>
      <dgm:spPr/>
    </dgm:pt>
    <dgm:pt modelId="{D4447AE8-CFED-4AEB-BE86-6D288052929C}" type="pres">
      <dgm:prSet presAssocID="{BFCE9C8B-A4EC-4E10-965E-8AC0F14741FF}" presName="horz1" presStyleCnt="0"/>
      <dgm:spPr/>
    </dgm:pt>
    <dgm:pt modelId="{B34FBD63-5CD6-4015-942D-7199DF74B876}" type="pres">
      <dgm:prSet presAssocID="{BFCE9C8B-A4EC-4E10-965E-8AC0F14741FF}" presName="tx1" presStyleLbl="revTx" presStyleIdx="3" presStyleCnt="5"/>
      <dgm:spPr/>
    </dgm:pt>
    <dgm:pt modelId="{3774B258-6E33-41EB-8AB7-760217877732}" type="pres">
      <dgm:prSet presAssocID="{BFCE9C8B-A4EC-4E10-965E-8AC0F14741FF}" presName="vert1" presStyleCnt="0"/>
      <dgm:spPr/>
    </dgm:pt>
    <dgm:pt modelId="{CF6238D5-AE51-47A4-AD0C-2CDA5DAFDE0D}" type="pres">
      <dgm:prSet presAssocID="{B8D18E0C-BDD3-4D94-9315-D9FFF920F440}" presName="thickLine" presStyleLbl="alignNode1" presStyleIdx="4" presStyleCnt="5"/>
      <dgm:spPr/>
    </dgm:pt>
    <dgm:pt modelId="{6EA3CD98-657D-43E1-8FBA-644890A2D0BB}" type="pres">
      <dgm:prSet presAssocID="{B8D18E0C-BDD3-4D94-9315-D9FFF920F440}" presName="horz1" presStyleCnt="0"/>
      <dgm:spPr/>
    </dgm:pt>
    <dgm:pt modelId="{17870925-A9C2-4434-8C4F-8502529C95AA}" type="pres">
      <dgm:prSet presAssocID="{B8D18E0C-BDD3-4D94-9315-D9FFF920F440}" presName="tx1" presStyleLbl="revTx" presStyleIdx="4" presStyleCnt="5"/>
      <dgm:spPr/>
    </dgm:pt>
    <dgm:pt modelId="{350C9E89-1867-4D10-AB36-1F51E08042A3}" type="pres">
      <dgm:prSet presAssocID="{B8D18E0C-BDD3-4D94-9315-D9FFF920F440}" presName="vert1" presStyleCnt="0"/>
      <dgm:spPr/>
    </dgm:pt>
  </dgm:ptLst>
  <dgm:cxnLst>
    <dgm:cxn modelId="{F88D9C04-E7CA-444A-AAB1-4DA6D0646EC9}" type="presOf" srcId="{60C85043-98E5-4FA7-A99E-AEEB46783A4E}" destId="{F48C990D-B793-443D-91CE-2EA2ED085571}" srcOrd="0" destOrd="0" presId="urn:microsoft.com/office/officeart/2008/layout/LinedList"/>
    <dgm:cxn modelId="{90453812-985B-434B-AA16-53EB3B6E0D46}" type="presOf" srcId="{B8D18E0C-BDD3-4D94-9315-D9FFF920F440}" destId="{17870925-A9C2-4434-8C4F-8502529C95AA}" srcOrd="0" destOrd="0" presId="urn:microsoft.com/office/officeart/2008/layout/LinedList"/>
    <dgm:cxn modelId="{22B06028-0179-43CE-8CAF-66AC091CDEE7}" srcId="{7EE1EDEE-5F7B-483D-8674-DAE3329D9B5B}" destId="{60C85043-98E5-4FA7-A99E-AEEB46783A4E}" srcOrd="0" destOrd="0" parTransId="{DF39E0D6-69C3-4804-B71C-8EA7096A5EE9}" sibTransId="{6EE1863C-CC77-4DF8-9E75-DD01F0FFDB74}"/>
    <dgm:cxn modelId="{9DBC803C-53A6-46D8-8C43-0DE49E371618}" type="presOf" srcId="{7EE1EDEE-5F7B-483D-8674-DAE3329D9B5B}" destId="{871FE755-016B-4514-BDCF-5993E083C421}" srcOrd="0" destOrd="0" presId="urn:microsoft.com/office/officeart/2008/layout/LinedList"/>
    <dgm:cxn modelId="{EC118248-2B56-48B3-B8FB-EB9E8D658F32}" srcId="{7EE1EDEE-5F7B-483D-8674-DAE3329D9B5B}" destId="{4A205ABA-D1B2-430D-8B96-9B4662004B77}" srcOrd="2" destOrd="0" parTransId="{12804558-4E90-4C80-BDAA-99FB54DB4C2B}" sibTransId="{95D6F23E-63FA-4CE2-9839-60D581FA86DF}"/>
    <dgm:cxn modelId="{9A814C8A-3B6E-4BC6-9B39-71A608828784}" srcId="{7EE1EDEE-5F7B-483D-8674-DAE3329D9B5B}" destId="{BFCE9C8B-A4EC-4E10-965E-8AC0F14741FF}" srcOrd="3" destOrd="0" parTransId="{33307515-E033-41B1-B0D5-1A8E206F3578}" sibTransId="{88208CB9-EED0-4A65-B9D0-8B53B70AE39A}"/>
    <dgm:cxn modelId="{FEDE3B91-1F83-40A0-87E7-AE4B6E290165}" type="presOf" srcId="{4A205ABA-D1B2-430D-8B96-9B4662004B77}" destId="{FC0C4CD0-4D34-4F58-9835-8C5C71D5D710}" srcOrd="0" destOrd="0" presId="urn:microsoft.com/office/officeart/2008/layout/LinedList"/>
    <dgm:cxn modelId="{193E7C96-8E38-4F58-84AB-F985028E1B98}" type="presOf" srcId="{BFCE9C8B-A4EC-4E10-965E-8AC0F14741FF}" destId="{B34FBD63-5CD6-4015-942D-7199DF74B876}" srcOrd="0" destOrd="0" presId="urn:microsoft.com/office/officeart/2008/layout/LinedList"/>
    <dgm:cxn modelId="{3A4BD9A4-4807-48F3-BE77-14C13E428F4C}" type="presOf" srcId="{BBB5EA08-93D3-45BC-B9C9-B2151573BC30}" destId="{D37ADA7E-8AFF-4948-A81F-ACF2891A99B7}" srcOrd="0" destOrd="0" presId="urn:microsoft.com/office/officeart/2008/layout/LinedList"/>
    <dgm:cxn modelId="{16C450AF-176C-471A-9A5A-AEA7CFFA29E7}" srcId="{7EE1EDEE-5F7B-483D-8674-DAE3329D9B5B}" destId="{BBB5EA08-93D3-45BC-B9C9-B2151573BC30}" srcOrd="1" destOrd="0" parTransId="{69C499AF-532A-4300-9FA9-CF6BEED7FE6A}" sibTransId="{28ECCDDA-E7F0-45B3-B5BA-12FACB4382E7}"/>
    <dgm:cxn modelId="{420808D5-E1D6-4F9C-B869-EB03DFD717FF}" srcId="{7EE1EDEE-5F7B-483D-8674-DAE3329D9B5B}" destId="{B8D18E0C-BDD3-4D94-9315-D9FFF920F440}" srcOrd="4" destOrd="0" parTransId="{341BE33C-4AEA-426F-80B4-3EC4FAD7A5B0}" sibTransId="{696F1C11-C035-47F5-8C42-E4E2B31AB327}"/>
    <dgm:cxn modelId="{03DBBB79-9DAA-4F97-AD36-D6705E9DEBF9}" type="presParOf" srcId="{871FE755-016B-4514-BDCF-5993E083C421}" destId="{9194EEEB-C77C-4853-AEFE-1BD5942BA9FB}" srcOrd="0" destOrd="0" presId="urn:microsoft.com/office/officeart/2008/layout/LinedList"/>
    <dgm:cxn modelId="{2433007F-4EDD-4804-A8D9-8F3CCA1972B1}" type="presParOf" srcId="{871FE755-016B-4514-BDCF-5993E083C421}" destId="{C74C4DA1-340D-4914-8CF1-1D90D0B1DC53}" srcOrd="1" destOrd="0" presId="urn:microsoft.com/office/officeart/2008/layout/LinedList"/>
    <dgm:cxn modelId="{0F61D358-5D2C-4FBC-86A4-3D452471F641}" type="presParOf" srcId="{C74C4DA1-340D-4914-8CF1-1D90D0B1DC53}" destId="{F48C990D-B793-443D-91CE-2EA2ED085571}" srcOrd="0" destOrd="0" presId="urn:microsoft.com/office/officeart/2008/layout/LinedList"/>
    <dgm:cxn modelId="{C33C6A04-C347-4C7A-9813-7D14E194B74B}" type="presParOf" srcId="{C74C4DA1-340D-4914-8CF1-1D90D0B1DC53}" destId="{3F314424-8B61-4ED1-8CA7-F8857A332927}" srcOrd="1" destOrd="0" presId="urn:microsoft.com/office/officeart/2008/layout/LinedList"/>
    <dgm:cxn modelId="{77D86A03-5A57-40C2-94C3-7FEED5B56BD1}" type="presParOf" srcId="{871FE755-016B-4514-BDCF-5993E083C421}" destId="{89BF6DF6-5ED4-4713-8E14-1144651BEA4A}" srcOrd="2" destOrd="0" presId="urn:microsoft.com/office/officeart/2008/layout/LinedList"/>
    <dgm:cxn modelId="{E5FC6E1C-7DB5-4970-99B8-8F4D68D89DE9}" type="presParOf" srcId="{871FE755-016B-4514-BDCF-5993E083C421}" destId="{648A2EE5-3ECB-4CCE-9AB8-D9E0EE03B6D7}" srcOrd="3" destOrd="0" presId="urn:microsoft.com/office/officeart/2008/layout/LinedList"/>
    <dgm:cxn modelId="{7905C971-49CF-4F56-B161-983190D60763}" type="presParOf" srcId="{648A2EE5-3ECB-4CCE-9AB8-D9E0EE03B6D7}" destId="{D37ADA7E-8AFF-4948-A81F-ACF2891A99B7}" srcOrd="0" destOrd="0" presId="urn:microsoft.com/office/officeart/2008/layout/LinedList"/>
    <dgm:cxn modelId="{1643382C-60F6-43BD-A048-2E8D2D85D652}" type="presParOf" srcId="{648A2EE5-3ECB-4CCE-9AB8-D9E0EE03B6D7}" destId="{E6B5E362-AF6D-42FB-AED6-325BA0B27747}" srcOrd="1" destOrd="0" presId="urn:microsoft.com/office/officeart/2008/layout/LinedList"/>
    <dgm:cxn modelId="{874EF7C1-9932-47E7-954A-8B7273041796}" type="presParOf" srcId="{871FE755-016B-4514-BDCF-5993E083C421}" destId="{DD562D0C-8F0A-448C-B2DD-E7E0D268EE1B}" srcOrd="4" destOrd="0" presId="urn:microsoft.com/office/officeart/2008/layout/LinedList"/>
    <dgm:cxn modelId="{0F78C54B-340E-48DA-967B-8D3D5F68B5B0}" type="presParOf" srcId="{871FE755-016B-4514-BDCF-5993E083C421}" destId="{5AFEC86D-BE23-4D0E-B3BE-B0F3CDE72DA8}" srcOrd="5" destOrd="0" presId="urn:microsoft.com/office/officeart/2008/layout/LinedList"/>
    <dgm:cxn modelId="{E14A41CF-DF0A-4BE0-952B-F3459DE5028C}" type="presParOf" srcId="{5AFEC86D-BE23-4D0E-B3BE-B0F3CDE72DA8}" destId="{FC0C4CD0-4D34-4F58-9835-8C5C71D5D710}" srcOrd="0" destOrd="0" presId="urn:microsoft.com/office/officeart/2008/layout/LinedList"/>
    <dgm:cxn modelId="{FB1E7D20-A5E9-46A1-BB1F-8A5EB6920CFB}" type="presParOf" srcId="{5AFEC86D-BE23-4D0E-B3BE-B0F3CDE72DA8}" destId="{03F81A73-609A-4435-B088-097345F03D99}" srcOrd="1" destOrd="0" presId="urn:microsoft.com/office/officeart/2008/layout/LinedList"/>
    <dgm:cxn modelId="{7C6A2289-4CD2-4684-BFAB-753258521914}" type="presParOf" srcId="{871FE755-016B-4514-BDCF-5993E083C421}" destId="{261BB71E-7825-41AD-8F8D-F140063181B8}" srcOrd="6" destOrd="0" presId="urn:microsoft.com/office/officeart/2008/layout/LinedList"/>
    <dgm:cxn modelId="{A25568FC-EC5A-46EF-98FB-89BEA85F1B08}" type="presParOf" srcId="{871FE755-016B-4514-BDCF-5993E083C421}" destId="{D4447AE8-CFED-4AEB-BE86-6D288052929C}" srcOrd="7" destOrd="0" presId="urn:microsoft.com/office/officeart/2008/layout/LinedList"/>
    <dgm:cxn modelId="{A3E2E10D-5BAC-49A5-8991-85A6169DF432}" type="presParOf" srcId="{D4447AE8-CFED-4AEB-BE86-6D288052929C}" destId="{B34FBD63-5CD6-4015-942D-7199DF74B876}" srcOrd="0" destOrd="0" presId="urn:microsoft.com/office/officeart/2008/layout/LinedList"/>
    <dgm:cxn modelId="{AC25F279-05C0-4489-BF6E-0F7F60706BBA}" type="presParOf" srcId="{D4447AE8-CFED-4AEB-BE86-6D288052929C}" destId="{3774B258-6E33-41EB-8AB7-760217877732}" srcOrd="1" destOrd="0" presId="urn:microsoft.com/office/officeart/2008/layout/LinedList"/>
    <dgm:cxn modelId="{D6E10F31-3662-43A9-BF00-383BF57A808D}" type="presParOf" srcId="{871FE755-016B-4514-BDCF-5993E083C421}" destId="{CF6238D5-AE51-47A4-AD0C-2CDA5DAFDE0D}" srcOrd="8" destOrd="0" presId="urn:microsoft.com/office/officeart/2008/layout/LinedList"/>
    <dgm:cxn modelId="{062558F0-DBD1-49BD-94AC-1EA868E216B6}" type="presParOf" srcId="{871FE755-016B-4514-BDCF-5993E083C421}" destId="{6EA3CD98-657D-43E1-8FBA-644890A2D0BB}" srcOrd="9" destOrd="0" presId="urn:microsoft.com/office/officeart/2008/layout/LinedList"/>
    <dgm:cxn modelId="{24F4FC1E-CE40-4B41-8AE8-6CBCCF068784}" type="presParOf" srcId="{6EA3CD98-657D-43E1-8FBA-644890A2D0BB}" destId="{17870925-A9C2-4434-8C4F-8502529C95AA}" srcOrd="0" destOrd="0" presId="urn:microsoft.com/office/officeart/2008/layout/LinedList"/>
    <dgm:cxn modelId="{0F3C7555-BD0E-493E-B3AC-4042347942C8}" type="presParOf" srcId="{6EA3CD98-657D-43E1-8FBA-644890A2D0BB}" destId="{350C9E89-1867-4D10-AB36-1F51E08042A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FC6BA8-029A-4A2B-820E-136A9893946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3AD1268-C2B4-4DB4-8CAF-1A5BF19640BD}">
      <dgm:prSet/>
      <dgm:spPr/>
      <dgm:t>
        <a:bodyPr/>
        <a:lstStyle/>
        <a:p>
          <a:r>
            <a:rPr lang="en-US" dirty="0"/>
            <a:t>Modern Web Programing</a:t>
          </a:r>
          <a:r>
            <a:rPr lang="en-US" baseline="0" dirty="0"/>
            <a:t> Platforms</a:t>
          </a:r>
          <a:endParaRPr lang="en-US" dirty="0"/>
        </a:p>
      </dgm:t>
    </dgm:pt>
    <dgm:pt modelId="{CD6EE50B-5F6F-4E59-B15D-A3BA27841FAF}" type="parTrans" cxnId="{B4660382-8978-4B25-97EB-582AAEDB0E25}">
      <dgm:prSet/>
      <dgm:spPr/>
      <dgm:t>
        <a:bodyPr/>
        <a:lstStyle/>
        <a:p>
          <a:endParaRPr lang="en-US"/>
        </a:p>
      </dgm:t>
    </dgm:pt>
    <dgm:pt modelId="{B7851A4B-62D8-48E4-AC9B-A5EEA0CB94C2}" type="sibTrans" cxnId="{B4660382-8978-4B25-97EB-582AAEDB0E25}">
      <dgm:prSet/>
      <dgm:spPr/>
      <dgm:t>
        <a:bodyPr/>
        <a:lstStyle/>
        <a:p>
          <a:endParaRPr lang="en-US"/>
        </a:p>
      </dgm:t>
    </dgm:pt>
    <dgm:pt modelId="{44AA2DAA-ADF4-444F-9ACB-EFACE15C687A}">
      <dgm:prSet/>
      <dgm:spPr/>
      <dgm:t>
        <a:bodyPr/>
        <a:lstStyle/>
        <a:p>
          <a:r>
            <a:rPr lang="en-US" baseline="0" dirty="0"/>
            <a:t>Patterns for concurrent &amp; Parallel Programming</a:t>
          </a:r>
          <a:endParaRPr lang="en-US" dirty="0"/>
        </a:p>
      </dgm:t>
    </dgm:pt>
    <dgm:pt modelId="{68DF65C5-30A9-4928-8C33-10C01EC5A39D}" type="parTrans" cxnId="{DF47F827-5551-48AF-A3E0-BE27A6156397}">
      <dgm:prSet/>
      <dgm:spPr/>
      <dgm:t>
        <a:bodyPr/>
        <a:lstStyle/>
        <a:p>
          <a:endParaRPr lang="en-US"/>
        </a:p>
      </dgm:t>
    </dgm:pt>
    <dgm:pt modelId="{0898DE44-3426-4416-BC44-F92D62B1310B}" type="sibTrans" cxnId="{DF47F827-5551-48AF-A3E0-BE27A6156397}">
      <dgm:prSet/>
      <dgm:spPr/>
      <dgm:t>
        <a:bodyPr/>
        <a:lstStyle/>
        <a:p>
          <a:endParaRPr lang="en-US"/>
        </a:p>
      </dgm:t>
    </dgm:pt>
    <dgm:pt modelId="{41CC6B50-E1CB-4F09-828E-199DF5E690EA}">
      <dgm:prSet/>
      <dgm:spPr/>
      <dgm:t>
        <a:bodyPr/>
        <a:lstStyle/>
        <a:p>
          <a:r>
            <a:rPr lang="en-US" baseline="0" dirty="0"/>
            <a:t>Developer Tools</a:t>
          </a:r>
          <a:endParaRPr lang="en-US" dirty="0"/>
        </a:p>
      </dgm:t>
    </dgm:pt>
    <dgm:pt modelId="{0528D359-6817-45D6-B525-D05A1BB7CBEB}" type="parTrans" cxnId="{31B21917-2E9F-452F-B60D-706787404678}">
      <dgm:prSet/>
      <dgm:spPr/>
      <dgm:t>
        <a:bodyPr/>
        <a:lstStyle/>
        <a:p>
          <a:endParaRPr lang="en-US"/>
        </a:p>
      </dgm:t>
    </dgm:pt>
    <dgm:pt modelId="{23F693F9-FD8E-45F7-B39B-5B1332EDC57B}" type="sibTrans" cxnId="{31B21917-2E9F-452F-B60D-706787404678}">
      <dgm:prSet/>
      <dgm:spPr/>
      <dgm:t>
        <a:bodyPr/>
        <a:lstStyle/>
        <a:p>
          <a:endParaRPr lang="en-US"/>
        </a:p>
      </dgm:t>
    </dgm:pt>
    <dgm:pt modelId="{7F032D1B-07FF-4A6E-B29B-1AB5D987FAFB}">
      <dgm:prSet/>
      <dgm:spPr/>
      <dgm:t>
        <a:bodyPr/>
        <a:lstStyle/>
        <a:p>
          <a:r>
            <a:rPr lang="en-US" dirty="0"/>
            <a:t>Generative AI</a:t>
          </a:r>
        </a:p>
      </dgm:t>
    </dgm:pt>
    <dgm:pt modelId="{563935B1-F1D5-4EA8-A170-E04AD375A8F8}" type="parTrans" cxnId="{687B6153-02EC-4676-B5FC-537D0ED564C7}">
      <dgm:prSet/>
      <dgm:spPr/>
      <dgm:t>
        <a:bodyPr/>
        <a:lstStyle/>
        <a:p>
          <a:endParaRPr lang="en-US"/>
        </a:p>
      </dgm:t>
    </dgm:pt>
    <dgm:pt modelId="{31A86F89-269F-437E-B30B-D41EA77A85CB}" type="sibTrans" cxnId="{687B6153-02EC-4676-B5FC-537D0ED564C7}">
      <dgm:prSet/>
      <dgm:spPr/>
      <dgm:t>
        <a:bodyPr/>
        <a:lstStyle/>
        <a:p>
          <a:endParaRPr lang="en-US"/>
        </a:p>
      </dgm:t>
    </dgm:pt>
    <dgm:pt modelId="{509C685B-63DA-40A6-8D2C-0EEE89EA1665}" type="pres">
      <dgm:prSet presAssocID="{56FC6BA8-029A-4A2B-820E-136A98939463}" presName="vert0" presStyleCnt="0">
        <dgm:presLayoutVars>
          <dgm:dir/>
          <dgm:animOne val="branch"/>
          <dgm:animLvl val="lvl"/>
        </dgm:presLayoutVars>
      </dgm:prSet>
      <dgm:spPr/>
    </dgm:pt>
    <dgm:pt modelId="{3180EC5B-B687-4736-A359-3A69B5D1B3DA}" type="pres">
      <dgm:prSet presAssocID="{53AD1268-C2B4-4DB4-8CAF-1A5BF19640BD}" presName="thickLine" presStyleLbl="alignNode1" presStyleIdx="0" presStyleCnt="4"/>
      <dgm:spPr/>
    </dgm:pt>
    <dgm:pt modelId="{FA5AD18E-FB36-4FE1-BA9D-D0DF7352CF78}" type="pres">
      <dgm:prSet presAssocID="{53AD1268-C2B4-4DB4-8CAF-1A5BF19640BD}" presName="horz1" presStyleCnt="0"/>
      <dgm:spPr/>
    </dgm:pt>
    <dgm:pt modelId="{0912EB77-5147-468C-AE14-FEB0B7899B29}" type="pres">
      <dgm:prSet presAssocID="{53AD1268-C2B4-4DB4-8CAF-1A5BF19640BD}" presName="tx1" presStyleLbl="revTx" presStyleIdx="0" presStyleCnt="4"/>
      <dgm:spPr/>
    </dgm:pt>
    <dgm:pt modelId="{B450C4FB-7BF0-4D89-AFC2-636BA7E6C741}" type="pres">
      <dgm:prSet presAssocID="{53AD1268-C2B4-4DB4-8CAF-1A5BF19640BD}" presName="vert1" presStyleCnt="0"/>
      <dgm:spPr/>
    </dgm:pt>
    <dgm:pt modelId="{AA8BAE7A-C7EF-4680-BD2D-327F5C181126}" type="pres">
      <dgm:prSet presAssocID="{44AA2DAA-ADF4-444F-9ACB-EFACE15C687A}" presName="thickLine" presStyleLbl="alignNode1" presStyleIdx="1" presStyleCnt="4"/>
      <dgm:spPr/>
    </dgm:pt>
    <dgm:pt modelId="{46806D6C-1CE2-4AEA-899E-4323942DC579}" type="pres">
      <dgm:prSet presAssocID="{44AA2DAA-ADF4-444F-9ACB-EFACE15C687A}" presName="horz1" presStyleCnt="0"/>
      <dgm:spPr/>
    </dgm:pt>
    <dgm:pt modelId="{A5C48A50-5220-4CA1-ACBB-B078E8F60D9D}" type="pres">
      <dgm:prSet presAssocID="{44AA2DAA-ADF4-444F-9ACB-EFACE15C687A}" presName="tx1" presStyleLbl="revTx" presStyleIdx="1" presStyleCnt="4"/>
      <dgm:spPr/>
    </dgm:pt>
    <dgm:pt modelId="{FDD8E81A-1EE0-4E66-9B30-FABB57958866}" type="pres">
      <dgm:prSet presAssocID="{44AA2DAA-ADF4-444F-9ACB-EFACE15C687A}" presName="vert1" presStyleCnt="0"/>
      <dgm:spPr/>
    </dgm:pt>
    <dgm:pt modelId="{CEC97036-38B4-4B6B-81C7-6DF858017F97}" type="pres">
      <dgm:prSet presAssocID="{41CC6B50-E1CB-4F09-828E-199DF5E690EA}" presName="thickLine" presStyleLbl="alignNode1" presStyleIdx="2" presStyleCnt="4"/>
      <dgm:spPr/>
    </dgm:pt>
    <dgm:pt modelId="{24728BF4-BD4F-4183-947F-01C27178A18A}" type="pres">
      <dgm:prSet presAssocID="{41CC6B50-E1CB-4F09-828E-199DF5E690EA}" presName="horz1" presStyleCnt="0"/>
      <dgm:spPr/>
    </dgm:pt>
    <dgm:pt modelId="{9B0AD664-BE67-46C9-AF94-C61EC0448F33}" type="pres">
      <dgm:prSet presAssocID="{41CC6B50-E1CB-4F09-828E-199DF5E690EA}" presName="tx1" presStyleLbl="revTx" presStyleIdx="2" presStyleCnt="4"/>
      <dgm:spPr/>
    </dgm:pt>
    <dgm:pt modelId="{52BA2021-6093-4656-8E10-A243F25DEE18}" type="pres">
      <dgm:prSet presAssocID="{41CC6B50-E1CB-4F09-828E-199DF5E690EA}" presName="vert1" presStyleCnt="0"/>
      <dgm:spPr/>
    </dgm:pt>
    <dgm:pt modelId="{CA09D69A-CBFF-413C-95E1-4A0F43F05F38}" type="pres">
      <dgm:prSet presAssocID="{7F032D1B-07FF-4A6E-B29B-1AB5D987FAFB}" presName="thickLine" presStyleLbl="alignNode1" presStyleIdx="3" presStyleCnt="4"/>
      <dgm:spPr/>
    </dgm:pt>
    <dgm:pt modelId="{B3989145-DDAC-4B6D-A709-B0F2479CF847}" type="pres">
      <dgm:prSet presAssocID="{7F032D1B-07FF-4A6E-B29B-1AB5D987FAFB}" presName="horz1" presStyleCnt="0"/>
      <dgm:spPr/>
    </dgm:pt>
    <dgm:pt modelId="{8C91021F-3AB9-43A2-A107-65945B00B195}" type="pres">
      <dgm:prSet presAssocID="{7F032D1B-07FF-4A6E-B29B-1AB5D987FAFB}" presName="tx1" presStyleLbl="revTx" presStyleIdx="3" presStyleCnt="4"/>
      <dgm:spPr/>
    </dgm:pt>
    <dgm:pt modelId="{A41A53F4-1F05-4DDC-B6C4-45310ABBAB5C}" type="pres">
      <dgm:prSet presAssocID="{7F032D1B-07FF-4A6E-B29B-1AB5D987FAFB}" presName="vert1" presStyleCnt="0"/>
      <dgm:spPr/>
    </dgm:pt>
  </dgm:ptLst>
  <dgm:cxnLst>
    <dgm:cxn modelId="{BFB53C11-050C-4FF1-822A-2B648E90A21A}" type="presOf" srcId="{53AD1268-C2B4-4DB4-8CAF-1A5BF19640BD}" destId="{0912EB77-5147-468C-AE14-FEB0B7899B29}" srcOrd="0" destOrd="0" presId="urn:microsoft.com/office/officeart/2008/layout/LinedList"/>
    <dgm:cxn modelId="{31B21917-2E9F-452F-B60D-706787404678}" srcId="{56FC6BA8-029A-4A2B-820E-136A98939463}" destId="{41CC6B50-E1CB-4F09-828E-199DF5E690EA}" srcOrd="2" destOrd="0" parTransId="{0528D359-6817-45D6-B525-D05A1BB7CBEB}" sibTransId="{23F693F9-FD8E-45F7-B39B-5B1332EDC57B}"/>
    <dgm:cxn modelId="{DF47F827-5551-48AF-A3E0-BE27A6156397}" srcId="{56FC6BA8-029A-4A2B-820E-136A98939463}" destId="{44AA2DAA-ADF4-444F-9ACB-EFACE15C687A}" srcOrd="1" destOrd="0" parTransId="{68DF65C5-30A9-4928-8C33-10C01EC5A39D}" sibTransId="{0898DE44-3426-4416-BC44-F92D62B1310B}"/>
    <dgm:cxn modelId="{F8D5BB6A-F7C8-45D0-90E0-3603D4C35DE4}" type="presOf" srcId="{44AA2DAA-ADF4-444F-9ACB-EFACE15C687A}" destId="{A5C48A50-5220-4CA1-ACBB-B078E8F60D9D}" srcOrd="0" destOrd="0" presId="urn:microsoft.com/office/officeart/2008/layout/LinedList"/>
    <dgm:cxn modelId="{D6CA2A50-3BDB-4A8E-9717-B6E13144A502}" type="presOf" srcId="{7F032D1B-07FF-4A6E-B29B-1AB5D987FAFB}" destId="{8C91021F-3AB9-43A2-A107-65945B00B195}" srcOrd="0" destOrd="0" presId="urn:microsoft.com/office/officeart/2008/layout/LinedList"/>
    <dgm:cxn modelId="{687B6153-02EC-4676-B5FC-537D0ED564C7}" srcId="{56FC6BA8-029A-4A2B-820E-136A98939463}" destId="{7F032D1B-07FF-4A6E-B29B-1AB5D987FAFB}" srcOrd="3" destOrd="0" parTransId="{563935B1-F1D5-4EA8-A170-E04AD375A8F8}" sibTransId="{31A86F89-269F-437E-B30B-D41EA77A85CB}"/>
    <dgm:cxn modelId="{B4660382-8978-4B25-97EB-582AAEDB0E25}" srcId="{56FC6BA8-029A-4A2B-820E-136A98939463}" destId="{53AD1268-C2B4-4DB4-8CAF-1A5BF19640BD}" srcOrd="0" destOrd="0" parTransId="{CD6EE50B-5F6F-4E59-B15D-A3BA27841FAF}" sibTransId="{B7851A4B-62D8-48E4-AC9B-A5EEA0CB94C2}"/>
    <dgm:cxn modelId="{A1CB48C1-7EB1-48A3-8DD3-B7ED7CE364EE}" type="presOf" srcId="{41CC6B50-E1CB-4F09-828E-199DF5E690EA}" destId="{9B0AD664-BE67-46C9-AF94-C61EC0448F33}" srcOrd="0" destOrd="0" presId="urn:microsoft.com/office/officeart/2008/layout/LinedList"/>
    <dgm:cxn modelId="{62E1A4CA-5987-4470-A9D0-A39607D20E89}" type="presOf" srcId="{56FC6BA8-029A-4A2B-820E-136A98939463}" destId="{509C685B-63DA-40A6-8D2C-0EEE89EA1665}" srcOrd="0" destOrd="0" presId="urn:microsoft.com/office/officeart/2008/layout/LinedList"/>
    <dgm:cxn modelId="{F660222B-CA0B-4743-A413-FE212FA42354}" type="presParOf" srcId="{509C685B-63DA-40A6-8D2C-0EEE89EA1665}" destId="{3180EC5B-B687-4736-A359-3A69B5D1B3DA}" srcOrd="0" destOrd="0" presId="urn:microsoft.com/office/officeart/2008/layout/LinedList"/>
    <dgm:cxn modelId="{C55DC5E7-3775-42CB-9EB2-DAFE0F07C965}" type="presParOf" srcId="{509C685B-63DA-40A6-8D2C-0EEE89EA1665}" destId="{FA5AD18E-FB36-4FE1-BA9D-D0DF7352CF78}" srcOrd="1" destOrd="0" presId="urn:microsoft.com/office/officeart/2008/layout/LinedList"/>
    <dgm:cxn modelId="{1351544C-033A-4F72-BB3D-A85E230B8FA6}" type="presParOf" srcId="{FA5AD18E-FB36-4FE1-BA9D-D0DF7352CF78}" destId="{0912EB77-5147-468C-AE14-FEB0B7899B29}" srcOrd="0" destOrd="0" presId="urn:microsoft.com/office/officeart/2008/layout/LinedList"/>
    <dgm:cxn modelId="{E487DA7A-B8AD-4760-90CF-13CCCF1E4CB7}" type="presParOf" srcId="{FA5AD18E-FB36-4FE1-BA9D-D0DF7352CF78}" destId="{B450C4FB-7BF0-4D89-AFC2-636BA7E6C741}" srcOrd="1" destOrd="0" presId="urn:microsoft.com/office/officeart/2008/layout/LinedList"/>
    <dgm:cxn modelId="{C6A71286-BDA6-435D-B804-E92157CAAECC}" type="presParOf" srcId="{509C685B-63DA-40A6-8D2C-0EEE89EA1665}" destId="{AA8BAE7A-C7EF-4680-BD2D-327F5C181126}" srcOrd="2" destOrd="0" presId="urn:microsoft.com/office/officeart/2008/layout/LinedList"/>
    <dgm:cxn modelId="{6F725C31-FCB3-4327-B75F-4157862A8A5E}" type="presParOf" srcId="{509C685B-63DA-40A6-8D2C-0EEE89EA1665}" destId="{46806D6C-1CE2-4AEA-899E-4323942DC579}" srcOrd="3" destOrd="0" presId="urn:microsoft.com/office/officeart/2008/layout/LinedList"/>
    <dgm:cxn modelId="{8281FE2A-68D4-43FB-8CE8-F0163817D1EC}" type="presParOf" srcId="{46806D6C-1CE2-4AEA-899E-4323942DC579}" destId="{A5C48A50-5220-4CA1-ACBB-B078E8F60D9D}" srcOrd="0" destOrd="0" presId="urn:microsoft.com/office/officeart/2008/layout/LinedList"/>
    <dgm:cxn modelId="{B900C946-63ED-4F3E-8B3D-A986FA602F71}" type="presParOf" srcId="{46806D6C-1CE2-4AEA-899E-4323942DC579}" destId="{FDD8E81A-1EE0-4E66-9B30-FABB57958866}" srcOrd="1" destOrd="0" presId="urn:microsoft.com/office/officeart/2008/layout/LinedList"/>
    <dgm:cxn modelId="{870BC0A0-DC84-4BE8-895F-E9B0BEA6EAEA}" type="presParOf" srcId="{509C685B-63DA-40A6-8D2C-0EEE89EA1665}" destId="{CEC97036-38B4-4B6B-81C7-6DF858017F97}" srcOrd="4" destOrd="0" presId="urn:microsoft.com/office/officeart/2008/layout/LinedList"/>
    <dgm:cxn modelId="{34ECCB31-9041-4041-8F1E-E5D85879CDC8}" type="presParOf" srcId="{509C685B-63DA-40A6-8D2C-0EEE89EA1665}" destId="{24728BF4-BD4F-4183-947F-01C27178A18A}" srcOrd="5" destOrd="0" presId="urn:microsoft.com/office/officeart/2008/layout/LinedList"/>
    <dgm:cxn modelId="{FCB0A36F-E0F3-4722-8971-0EB91D45DABD}" type="presParOf" srcId="{24728BF4-BD4F-4183-947F-01C27178A18A}" destId="{9B0AD664-BE67-46C9-AF94-C61EC0448F33}" srcOrd="0" destOrd="0" presId="urn:microsoft.com/office/officeart/2008/layout/LinedList"/>
    <dgm:cxn modelId="{05C948A0-A6BF-48AA-8654-60B8F122CC04}" type="presParOf" srcId="{24728BF4-BD4F-4183-947F-01C27178A18A}" destId="{52BA2021-6093-4656-8E10-A243F25DEE18}" srcOrd="1" destOrd="0" presId="urn:microsoft.com/office/officeart/2008/layout/LinedList"/>
    <dgm:cxn modelId="{A0446F69-F56B-4FCC-8D3A-77B1BACC5528}" type="presParOf" srcId="{509C685B-63DA-40A6-8D2C-0EEE89EA1665}" destId="{CA09D69A-CBFF-413C-95E1-4A0F43F05F38}" srcOrd="6" destOrd="0" presId="urn:microsoft.com/office/officeart/2008/layout/LinedList"/>
    <dgm:cxn modelId="{CE7C2886-BF1E-4AF1-A9B0-33A59974405F}" type="presParOf" srcId="{509C685B-63DA-40A6-8D2C-0EEE89EA1665}" destId="{B3989145-DDAC-4B6D-A709-B0F2479CF847}" srcOrd="7" destOrd="0" presId="urn:microsoft.com/office/officeart/2008/layout/LinedList"/>
    <dgm:cxn modelId="{428A3011-D4B7-4458-91C7-C355942E8BE2}" type="presParOf" srcId="{B3989145-DDAC-4B6D-A709-B0F2479CF847}" destId="{8C91021F-3AB9-43A2-A107-65945B00B195}" srcOrd="0" destOrd="0" presId="urn:microsoft.com/office/officeart/2008/layout/LinedList"/>
    <dgm:cxn modelId="{786A8329-88EF-45DC-B334-83E44794402D}" type="presParOf" srcId="{B3989145-DDAC-4B6D-A709-B0F2479CF847}" destId="{A41A53F4-1F05-4DDC-B6C4-45310ABBAB5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56955F-2A33-4D72-94AA-C81A5E6B264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FED4BD1-EB9C-4EF9-BC84-9C51D56577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Git</a:t>
          </a:r>
        </a:p>
      </dgm:t>
    </dgm:pt>
    <dgm:pt modelId="{6A7BCD6C-9588-49E1-8116-D820A5D2A507}" type="parTrans" cxnId="{9164D3BD-B76C-4988-B83C-FCBDF6B5167D}">
      <dgm:prSet/>
      <dgm:spPr/>
      <dgm:t>
        <a:bodyPr/>
        <a:lstStyle/>
        <a:p>
          <a:endParaRPr lang="en-US"/>
        </a:p>
      </dgm:t>
    </dgm:pt>
    <dgm:pt modelId="{4B482373-8BFF-47F6-95ED-BB15EB1B7012}" type="sibTrans" cxnId="{9164D3BD-B76C-4988-B83C-FCBDF6B5167D}">
      <dgm:prSet/>
      <dgm:spPr/>
      <dgm:t>
        <a:bodyPr/>
        <a:lstStyle/>
        <a:p>
          <a:endParaRPr lang="en-US"/>
        </a:p>
      </dgm:t>
    </dgm:pt>
    <dgm:pt modelId="{EA4D9E06-73FA-4CF6-83D8-60BFAB20C7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Intellij</a:t>
          </a:r>
          <a:r>
            <a:rPr lang="en-US" dirty="0"/>
            <a:t> – Or any other IDE</a:t>
          </a:r>
        </a:p>
      </dgm:t>
    </dgm:pt>
    <dgm:pt modelId="{A04E4AAE-A0E8-404A-83D3-3ADF4E7DC3DD}" type="parTrans" cxnId="{F058F9C2-281B-4F8F-9EAA-70E4A04D97DE}">
      <dgm:prSet/>
      <dgm:spPr/>
      <dgm:t>
        <a:bodyPr/>
        <a:lstStyle/>
        <a:p>
          <a:endParaRPr lang="en-US"/>
        </a:p>
      </dgm:t>
    </dgm:pt>
    <dgm:pt modelId="{C7A06B28-F6D1-41D0-A48E-1029572E33CE}" type="sibTrans" cxnId="{F058F9C2-281B-4F8F-9EAA-70E4A04D97DE}">
      <dgm:prSet/>
      <dgm:spPr/>
      <dgm:t>
        <a:bodyPr/>
        <a:lstStyle/>
        <a:p>
          <a:endParaRPr lang="en-US"/>
        </a:p>
      </dgm:t>
    </dgm:pt>
    <dgm:pt modelId="{D237ACE2-9E80-4558-AC0C-1BE09AD181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Generative AI and Coding Assistant</a:t>
          </a:r>
        </a:p>
      </dgm:t>
    </dgm:pt>
    <dgm:pt modelId="{E076D8F5-3253-4347-98D8-6FB8ABD0359A}" type="parTrans" cxnId="{322F7C25-8D9F-46E7-82C8-F33CC5D7B5F7}">
      <dgm:prSet/>
      <dgm:spPr/>
      <dgm:t>
        <a:bodyPr/>
        <a:lstStyle/>
        <a:p>
          <a:endParaRPr lang="en-US"/>
        </a:p>
      </dgm:t>
    </dgm:pt>
    <dgm:pt modelId="{18D06988-73D6-4641-AC10-0977755FA6A6}" type="sibTrans" cxnId="{322F7C25-8D9F-46E7-82C8-F33CC5D7B5F7}">
      <dgm:prSet/>
      <dgm:spPr/>
      <dgm:t>
        <a:bodyPr/>
        <a:lstStyle/>
        <a:p>
          <a:endParaRPr lang="en-US"/>
        </a:p>
      </dgm:t>
    </dgm:pt>
    <dgm:pt modelId="{1F84E7DB-9D92-428A-9302-B905B92C17C7}" type="pres">
      <dgm:prSet presAssocID="{FE56955F-2A33-4D72-94AA-C81A5E6B2642}" presName="root" presStyleCnt="0">
        <dgm:presLayoutVars>
          <dgm:dir/>
          <dgm:resizeHandles val="exact"/>
        </dgm:presLayoutVars>
      </dgm:prSet>
      <dgm:spPr/>
    </dgm:pt>
    <dgm:pt modelId="{D0E83CC3-652F-41F1-AA60-5C5248E58813}" type="pres">
      <dgm:prSet presAssocID="{1FED4BD1-EB9C-4EF9-BC84-9C51D56577FB}" presName="compNode" presStyleCnt="0"/>
      <dgm:spPr/>
    </dgm:pt>
    <dgm:pt modelId="{409C70F4-5DBF-4A6F-83A4-C8A888144B89}" type="pres">
      <dgm:prSet presAssocID="{1FED4BD1-EB9C-4EF9-BC84-9C51D56577FB}" presName="bgRect" presStyleLbl="bgShp" presStyleIdx="0" presStyleCnt="3"/>
      <dgm:spPr/>
    </dgm:pt>
    <dgm:pt modelId="{7F0F9604-7D44-475C-88A8-27DAB060A43B}" type="pres">
      <dgm:prSet presAssocID="{1FED4BD1-EB9C-4EF9-BC84-9C51D56577F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57E5ACBC-4B6A-4291-BCCC-A1FB832B9FCC}" type="pres">
      <dgm:prSet presAssocID="{1FED4BD1-EB9C-4EF9-BC84-9C51D56577FB}" presName="spaceRect" presStyleCnt="0"/>
      <dgm:spPr/>
    </dgm:pt>
    <dgm:pt modelId="{F4599245-AFAD-4A2B-89D7-8A36191880C4}" type="pres">
      <dgm:prSet presAssocID="{1FED4BD1-EB9C-4EF9-BC84-9C51D56577FB}" presName="parTx" presStyleLbl="revTx" presStyleIdx="0" presStyleCnt="3">
        <dgm:presLayoutVars>
          <dgm:chMax val="0"/>
          <dgm:chPref val="0"/>
        </dgm:presLayoutVars>
      </dgm:prSet>
      <dgm:spPr/>
    </dgm:pt>
    <dgm:pt modelId="{2F3EF40B-468C-4BF0-AD34-C3FC56F76E6D}" type="pres">
      <dgm:prSet presAssocID="{4B482373-8BFF-47F6-95ED-BB15EB1B7012}" presName="sibTrans" presStyleCnt="0"/>
      <dgm:spPr/>
    </dgm:pt>
    <dgm:pt modelId="{564FCB0E-5D76-437B-877C-07BEA166A07A}" type="pres">
      <dgm:prSet presAssocID="{EA4D9E06-73FA-4CF6-83D8-60BFAB20C7C1}" presName="compNode" presStyleCnt="0"/>
      <dgm:spPr/>
    </dgm:pt>
    <dgm:pt modelId="{C18D259A-0437-4687-82CA-A522D45AC105}" type="pres">
      <dgm:prSet presAssocID="{EA4D9E06-73FA-4CF6-83D8-60BFAB20C7C1}" presName="bgRect" presStyleLbl="bgShp" presStyleIdx="1" presStyleCnt="3"/>
      <dgm:spPr/>
    </dgm:pt>
    <dgm:pt modelId="{165A3D84-5C69-4B5F-8C46-7DD4315C89CD}" type="pres">
      <dgm:prSet presAssocID="{EA4D9E06-73FA-4CF6-83D8-60BFAB20C7C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6B7E73F-7824-4BB1-9201-70C950CB8B9B}" type="pres">
      <dgm:prSet presAssocID="{EA4D9E06-73FA-4CF6-83D8-60BFAB20C7C1}" presName="spaceRect" presStyleCnt="0"/>
      <dgm:spPr/>
    </dgm:pt>
    <dgm:pt modelId="{7F9FE31E-7652-4028-8AC3-2D93DF077188}" type="pres">
      <dgm:prSet presAssocID="{EA4D9E06-73FA-4CF6-83D8-60BFAB20C7C1}" presName="parTx" presStyleLbl="revTx" presStyleIdx="1" presStyleCnt="3">
        <dgm:presLayoutVars>
          <dgm:chMax val="0"/>
          <dgm:chPref val="0"/>
        </dgm:presLayoutVars>
      </dgm:prSet>
      <dgm:spPr/>
    </dgm:pt>
    <dgm:pt modelId="{4BB05C08-3860-48F9-BE53-F5C1A94C4568}" type="pres">
      <dgm:prSet presAssocID="{C7A06B28-F6D1-41D0-A48E-1029572E33CE}" presName="sibTrans" presStyleCnt="0"/>
      <dgm:spPr/>
    </dgm:pt>
    <dgm:pt modelId="{FBE11E3E-020A-48A5-835D-1B0AABF58473}" type="pres">
      <dgm:prSet presAssocID="{D237ACE2-9E80-4558-AC0C-1BE09AD1816F}" presName="compNode" presStyleCnt="0"/>
      <dgm:spPr/>
    </dgm:pt>
    <dgm:pt modelId="{E60F46E0-664F-4519-A039-F28276709A34}" type="pres">
      <dgm:prSet presAssocID="{D237ACE2-9E80-4558-AC0C-1BE09AD1816F}" presName="bgRect" presStyleLbl="bgShp" presStyleIdx="2" presStyleCnt="3"/>
      <dgm:spPr/>
    </dgm:pt>
    <dgm:pt modelId="{194EDB65-083E-4858-8F97-BDA5D47FF97F}" type="pres">
      <dgm:prSet presAssocID="{D237ACE2-9E80-4558-AC0C-1BE09AD1816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tificial Intelligence with solid fill"/>
        </a:ext>
      </dgm:extLst>
    </dgm:pt>
    <dgm:pt modelId="{0D457122-99D5-4E36-BF16-42A904E2BD61}" type="pres">
      <dgm:prSet presAssocID="{D237ACE2-9E80-4558-AC0C-1BE09AD1816F}" presName="spaceRect" presStyleCnt="0"/>
      <dgm:spPr/>
    </dgm:pt>
    <dgm:pt modelId="{9EA52E0C-3810-4B79-B88F-72859AC66364}" type="pres">
      <dgm:prSet presAssocID="{D237ACE2-9E80-4558-AC0C-1BE09AD1816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738CD1E-6306-442B-AAD8-5E803A3BB355}" type="presOf" srcId="{FE56955F-2A33-4D72-94AA-C81A5E6B2642}" destId="{1F84E7DB-9D92-428A-9302-B905B92C17C7}" srcOrd="0" destOrd="0" presId="urn:microsoft.com/office/officeart/2018/2/layout/IconVerticalSolidList"/>
    <dgm:cxn modelId="{322F7C25-8D9F-46E7-82C8-F33CC5D7B5F7}" srcId="{FE56955F-2A33-4D72-94AA-C81A5E6B2642}" destId="{D237ACE2-9E80-4558-AC0C-1BE09AD1816F}" srcOrd="2" destOrd="0" parTransId="{E076D8F5-3253-4347-98D8-6FB8ABD0359A}" sibTransId="{18D06988-73D6-4641-AC10-0977755FA6A6}"/>
    <dgm:cxn modelId="{BFFA8360-7623-4E5C-8394-5BDF8E4AD8C7}" type="presOf" srcId="{1FED4BD1-EB9C-4EF9-BC84-9C51D56577FB}" destId="{F4599245-AFAD-4A2B-89D7-8A36191880C4}" srcOrd="0" destOrd="0" presId="urn:microsoft.com/office/officeart/2018/2/layout/IconVerticalSolidList"/>
    <dgm:cxn modelId="{E10CD0A4-6942-40AE-BBF8-942B4195FC15}" type="presOf" srcId="{D237ACE2-9E80-4558-AC0C-1BE09AD1816F}" destId="{9EA52E0C-3810-4B79-B88F-72859AC66364}" srcOrd="0" destOrd="0" presId="urn:microsoft.com/office/officeart/2018/2/layout/IconVerticalSolidList"/>
    <dgm:cxn modelId="{3B3CA3AD-40F4-4882-83BC-84BA0F2127ED}" type="presOf" srcId="{EA4D9E06-73FA-4CF6-83D8-60BFAB20C7C1}" destId="{7F9FE31E-7652-4028-8AC3-2D93DF077188}" srcOrd="0" destOrd="0" presId="urn:microsoft.com/office/officeart/2018/2/layout/IconVerticalSolidList"/>
    <dgm:cxn modelId="{9164D3BD-B76C-4988-B83C-FCBDF6B5167D}" srcId="{FE56955F-2A33-4D72-94AA-C81A5E6B2642}" destId="{1FED4BD1-EB9C-4EF9-BC84-9C51D56577FB}" srcOrd="0" destOrd="0" parTransId="{6A7BCD6C-9588-49E1-8116-D820A5D2A507}" sibTransId="{4B482373-8BFF-47F6-95ED-BB15EB1B7012}"/>
    <dgm:cxn modelId="{F058F9C2-281B-4F8F-9EAA-70E4A04D97DE}" srcId="{FE56955F-2A33-4D72-94AA-C81A5E6B2642}" destId="{EA4D9E06-73FA-4CF6-83D8-60BFAB20C7C1}" srcOrd="1" destOrd="0" parTransId="{A04E4AAE-A0E8-404A-83D3-3ADF4E7DC3DD}" sibTransId="{C7A06B28-F6D1-41D0-A48E-1029572E33CE}"/>
    <dgm:cxn modelId="{D5E795A2-624D-4365-A308-62202F9A0251}" type="presParOf" srcId="{1F84E7DB-9D92-428A-9302-B905B92C17C7}" destId="{D0E83CC3-652F-41F1-AA60-5C5248E58813}" srcOrd="0" destOrd="0" presId="urn:microsoft.com/office/officeart/2018/2/layout/IconVerticalSolidList"/>
    <dgm:cxn modelId="{2FBEDC5F-6B32-4653-BB3E-305D0A4D36FB}" type="presParOf" srcId="{D0E83CC3-652F-41F1-AA60-5C5248E58813}" destId="{409C70F4-5DBF-4A6F-83A4-C8A888144B89}" srcOrd="0" destOrd="0" presId="urn:microsoft.com/office/officeart/2018/2/layout/IconVerticalSolidList"/>
    <dgm:cxn modelId="{FB5D5FA2-8DB6-4F7C-A37E-6540008E0138}" type="presParOf" srcId="{D0E83CC3-652F-41F1-AA60-5C5248E58813}" destId="{7F0F9604-7D44-475C-88A8-27DAB060A43B}" srcOrd="1" destOrd="0" presId="urn:microsoft.com/office/officeart/2018/2/layout/IconVerticalSolidList"/>
    <dgm:cxn modelId="{EE32DE4D-8A2F-4971-95B7-4B2B03484451}" type="presParOf" srcId="{D0E83CC3-652F-41F1-AA60-5C5248E58813}" destId="{57E5ACBC-4B6A-4291-BCCC-A1FB832B9FCC}" srcOrd="2" destOrd="0" presId="urn:microsoft.com/office/officeart/2018/2/layout/IconVerticalSolidList"/>
    <dgm:cxn modelId="{9B50DCF3-D178-4D60-9F70-E3322EA38306}" type="presParOf" srcId="{D0E83CC3-652F-41F1-AA60-5C5248E58813}" destId="{F4599245-AFAD-4A2B-89D7-8A36191880C4}" srcOrd="3" destOrd="0" presId="urn:microsoft.com/office/officeart/2018/2/layout/IconVerticalSolidList"/>
    <dgm:cxn modelId="{2953D7E8-3C0B-4F1D-9CD4-45030AC45974}" type="presParOf" srcId="{1F84E7DB-9D92-428A-9302-B905B92C17C7}" destId="{2F3EF40B-468C-4BF0-AD34-C3FC56F76E6D}" srcOrd="1" destOrd="0" presId="urn:microsoft.com/office/officeart/2018/2/layout/IconVerticalSolidList"/>
    <dgm:cxn modelId="{F1014A06-A022-47C4-81D9-B26577DC0906}" type="presParOf" srcId="{1F84E7DB-9D92-428A-9302-B905B92C17C7}" destId="{564FCB0E-5D76-437B-877C-07BEA166A07A}" srcOrd="2" destOrd="0" presId="urn:microsoft.com/office/officeart/2018/2/layout/IconVerticalSolidList"/>
    <dgm:cxn modelId="{E5C6A7AC-AABF-477E-8F06-3CB7300D271C}" type="presParOf" srcId="{564FCB0E-5D76-437B-877C-07BEA166A07A}" destId="{C18D259A-0437-4687-82CA-A522D45AC105}" srcOrd="0" destOrd="0" presId="urn:microsoft.com/office/officeart/2018/2/layout/IconVerticalSolidList"/>
    <dgm:cxn modelId="{574E4DB5-383B-42BD-A6E5-B7737A1B845D}" type="presParOf" srcId="{564FCB0E-5D76-437B-877C-07BEA166A07A}" destId="{165A3D84-5C69-4B5F-8C46-7DD4315C89CD}" srcOrd="1" destOrd="0" presId="urn:microsoft.com/office/officeart/2018/2/layout/IconVerticalSolidList"/>
    <dgm:cxn modelId="{1154B6B4-E0E1-4B17-B8E6-167F6543713D}" type="presParOf" srcId="{564FCB0E-5D76-437B-877C-07BEA166A07A}" destId="{56B7E73F-7824-4BB1-9201-70C950CB8B9B}" srcOrd="2" destOrd="0" presId="urn:microsoft.com/office/officeart/2018/2/layout/IconVerticalSolidList"/>
    <dgm:cxn modelId="{486E3DAF-42E9-4A74-99E7-FDBEF4449171}" type="presParOf" srcId="{564FCB0E-5D76-437B-877C-07BEA166A07A}" destId="{7F9FE31E-7652-4028-8AC3-2D93DF077188}" srcOrd="3" destOrd="0" presId="urn:microsoft.com/office/officeart/2018/2/layout/IconVerticalSolidList"/>
    <dgm:cxn modelId="{D6609527-1363-4639-8B7D-BD167CDB852A}" type="presParOf" srcId="{1F84E7DB-9D92-428A-9302-B905B92C17C7}" destId="{4BB05C08-3860-48F9-BE53-F5C1A94C4568}" srcOrd="3" destOrd="0" presId="urn:microsoft.com/office/officeart/2018/2/layout/IconVerticalSolidList"/>
    <dgm:cxn modelId="{09479E3F-C5BE-402F-A73C-E98964F6BD41}" type="presParOf" srcId="{1F84E7DB-9D92-428A-9302-B905B92C17C7}" destId="{FBE11E3E-020A-48A5-835D-1B0AABF58473}" srcOrd="4" destOrd="0" presId="urn:microsoft.com/office/officeart/2018/2/layout/IconVerticalSolidList"/>
    <dgm:cxn modelId="{C9ECEA88-81EA-4ED5-A364-8B8D511AC68B}" type="presParOf" srcId="{FBE11E3E-020A-48A5-835D-1B0AABF58473}" destId="{E60F46E0-664F-4519-A039-F28276709A34}" srcOrd="0" destOrd="0" presId="urn:microsoft.com/office/officeart/2018/2/layout/IconVerticalSolidList"/>
    <dgm:cxn modelId="{52DD9E58-F0D5-4F5B-A11B-70478A02323D}" type="presParOf" srcId="{FBE11E3E-020A-48A5-835D-1B0AABF58473}" destId="{194EDB65-083E-4858-8F97-BDA5D47FF97F}" srcOrd="1" destOrd="0" presId="urn:microsoft.com/office/officeart/2018/2/layout/IconVerticalSolidList"/>
    <dgm:cxn modelId="{7F7922E3-FBF3-47FE-958C-DF4886C9D090}" type="presParOf" srcId="{FBE11E3E-020A-48A5-835D-1B0AABF58473}" destId="{0D457122-99D5-4E36-BF16-42A904E2BD61}" srcOrd="2" destOrd="0" presId="urn:microsoft.com/office/officeart/2018/2/layout/IconVerticalSolidList"/>
    <dgm:cxn modelId="{8593F178-84A0-462C-8675-34BF028986D5}" type="presParOf" srcId="{FBE11E3E-020A-48A5-835D-1B0AABF58473}" destId="{9EA52E0C-3810-4B79-B88F-72859AC6636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069CAA1-ABB7-48C4-97A5-0C2881A616F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DB3B2CA-DD42-4180-AF38-AB925DA3FC96}">
      <dgm:prSet/>
      <dgm:spPr/>
      <dgm:t>
        <a:bodyPr/>
        <a:lstStyle/>
        <a:p>
          <a:r>
            <a:rPr lang="en-US"/>
            <a:t>Development Environment</a:t>
          </a:r>
        </a:p>
      </dgm:t>
    </dgm:pt>
    <dgm:pt modelId="{1191DE1C-4C1E-43F4-9155-BAA4ECF1BF07}" type="parTrans" cxnId="{8C23AFEA-7D0C-49C2-A8B0-F5504DDE431C}">
      <dgm:prSet/>
      <dgm:spPr/>
      <dgm:t>
        <a:bodyPr/>
        <a:lstStyle/>
        <a:p>
          <a:endParaRPr lang="en-US"/>
        </a:p>
      </dgm:t>
    </dgm:pt>
    <dgm:pt modelId="{F0756A3D-5A09-4192-B130-1EED944F1105}" type="sibTrans" cxnId="{8C23AFEA-7D0C-49C2-A8B0-F5504DDE431C}">
      <dgm:prSet/>
      <dgm:spPr/>
      <dgm:t>
        <a:bodyPr/>
        <a:lstStyle/>
        <a:p>
          <a:endParaRPr lang="en-US"/>
        </a:p>
      </dgm:t>
    </dgm:pt>
    <dgm:pt modelId="{49179D3A-5767-4898-967D-7F40703D6720}">
      <dgm:prSet/>
      <dgm:spPr/>
      <dgm:t>
        <a:bodyPr/>
        <a:lstStyle/>
        <a:p>
          <a:r>
            <a:rPr lang="en-US" dirty="0"/>
            <a:t>Modern Concurrent &amp; Parallel Microservices</a:t>
          </a:r>
        </a:p>
      </dgm:t>
    </dgm:pt>
    <dgm:pt modelId="{F3BB3088-2937-488D-9BF0-DF54ED5B89E8}" type="parTrans" cxnId="{FB8E200A-D52F-4926-8EC6-C1836502E4F6}">
      <dgm:prSet/>
      <dgm:spPr/>
      <dgm:t>
        <a:bodyPr/>
        <a:lstStyle/>
        <a:p>
          <a:endParaRPr lang="en-US"/>
        </a:p>
      </dgm:t>
    </dgm:pt>
    <dgm:pt modelId="{C0F14322-476D-4BC8-A1C3-DFD59368BF76}" type="sibTrans" cxnId="{FB8E200A-D52F-4926-8EC6-C1836502E4F6}">
      <dgm:prSet/>
      <dgm:spPr/>
      <dgm:t>
        <a:bodyPr/>
        <a:lstStyle/>
        <a:p>
          <a:endParaRPr lang="en-US"/>
        </a:p>
      </dgm:t>
    </dgm:pt>
    <dgm:pt modelId="{8DC73E5A-E81B-4CF7-8E75-8433E05F6B20}">
      <dgm:prSet/>
      <dgm:spPr/>
      <dgm:t>
        <a:bodyPr/>
        <a:lstStyle/>
        <a:p>
          <a:r>
            <a:rPr lang="en-US"/>
            <a:t>Assessments</a:t>
          </a:r>
        </a:p>
      </dgm:t>
    </dgm:pt>
    <dgm:pt modelId="{AF891DE5-D4A6-44D7-BC5A-36836DD3E365}" type="parTrans" cxnId="{FCC1C4EA-CCD2-45AA-9D96-86A4ED8CD02E}">
      <dgm:prSet/>
      <dgm:spPr/>
      <dgm:t>
        <a:bodyPr/>
        <a:lstStyle/>
        <a:p>
          <a:endParaRPr lang="en-US"/>
        </a:p>
      </dgm:t>
    </dgm:pt>
    <dgm:pt modelId="{3B022918-E322-4531-BCD6-FB718AF7588E}" type="sibTrans" cxnId="{FCC1C4EA-CCD2-45AA-9D96-86A4ED8CD02E}">
      <dgm:prSet/>
      <dgm:spPr/>
      <dgm:t>
        <a:bodyPr/>
        <a:lstStyle/>
        <a:p>
          <a:endParaRPr lang="en-US"/>
        </a:p>
      </dgm:t>
    </dgm:pt>
    <dgm:pt modelId="{284C5799-3795-4DD4-99A3-7A6F29917CD7}">
      <dgm:prSet/>
      <dgm:spPr/>
      <dgm:t>
        <a:bodyPr/>
        <a:lstStyle/>
        <a:p>
          <a:r>
            <a:rPr lang="en-US"/>
            <a:t>Grading</a:t>
          </a:r>
        </a:p>
      </dgm:t>
    </dgm:pt>
    <dgm:pt modelId="{4176C41F-CA0A-4D41-BFC8-BDCCB11B18DD}" type="parTrans" cxnId="{57E3BECD-7553-4560-9D9E-3C6AC87DB840}">
      <dgm:prSet/>
      <dgm:spPr/>
      <dgm:t>
        <a:bodyPr/>
        <a:lstStyle/>
        <a:p>
          <a:endParaRPr lang="en-US"/>
        </a:p>
      </dgm:t>
    </dgm:pt>
    <dgm:pt modelId="{C6CD3B59-DB99-445C-80BB-BC34B6EF7219}" type="sibTrans" cxnId="{57E3BECD-7553-4560-9D9E-3C6AC87DB840}">
      <dgm:prSet/>
      <dgm:spPr/>
      <dgm:t>
        <a:bodyPr/>
        <a:lstStyle/>
        <a:p>
          <a:endParaRPr lang="en-US"/>
        </a:p>
      </dgm:t>
    </dgm:pt>
    <dgm:pt modelId="{7786817E-463F-432C-9AF6-EA15CA2D64E7}" type="pres">
      <dgm:prSet presAssocID="{1069CAA1-ABB7-48C4-97A5-0C2881A616F2}" presName="vert0" presStyleCnt="0">
        <dgm:presLayoutVars>
          <dgm:dir/>
          <dgm:animOne val="branch"/>
          <dgm:animLvl val="lvl"/>
        </dgm:presLayoutVars>
      </dgm:prSet>
      <dgm:spPr/>
    </dgm:pt>
    <dgm:pt modelId="{26DC30CA-3C47-48D1-A604-FBE3299AA7FF}" type="pres">
      <dgm:prSet presAssocID="{ADB3B2CA-DD42-4180-AF38-AB925DA3FC96}" presName="thickLine" presStyleLbl="alignNode1" presStyleIdx="0" presStyleCnt="4"/>
      <dgm:spPr/>
    </dgm:pt>
    <dgm:pt modelId="{2EC944C1-D1B5-4591-BC9A-B474E78B707A}" type="pres">
      <dgm:prSet presAssocID="{ADB3B2CA-DD42-4180-AF38-AB925DA3FC96}" presName="horz1" presStyleCnt="0"/>
      <dgm:spPr/>
    </dgm:pt>
    <dgm:pt modelId="{1D356EFF-FB9A-4446-A12D-5B9916F00F27}" type="pres">
      <dgm:prSet presAssocID="{ADB3B2CA-DD42-4180-AF38-AB925DA3FC96}" presName="tx1" presStyleLbl="revTx" presStyleIdx="0" presStyleCnt="4"/>
      <dgm:spPr/>
    </dgm:pt>
    <dgm:pt modelId="{53D54C90-1CD5-4585-B5A5-2D231274D4F6}" type="pres">
      <dgm:prSet presAssocID="{ADB3B2CA-DD42-4180-AF38-AB925DA3FC96}" presName="vert1" presStyleCnt="0"/>
      <dgm:spPr/>
    </dgm:pt>
    <dgm:pt modelId="{0D764128-4F1C-449F-B5C1-940483E6AE06}" type="pres">
      <dgm:prSet presAssocID="{49179D3A-5767-4898-967D-7F40703D6720}" presName="thickLine" presStyleLbl="alignNode1" presStyleIdx="1" presStyleCnt="4"/>
      <dgm:spPr/>
    </dgm:pt>
    <dgm:pt modelId="{9F79BED5-DF29-4C31-B96E-3EE1F0216ACF}" type="pres">
      <dgm:prSet presAssocID="{49179D3A-5767-4898-967D-7F40703D6720}" presName="horz1" presStyleCnt="0"/>
      <dgm:spPr/>
    </dgm:pt>
    <dgm:pt modelId="{CA863BB7-5D88-4742-B7AA-170F020263FE}" type="pres">
      <dgm:prSet presAssocID="{49179D3A-5767-4898-967D-7F40703D6720}" presName="tx1" presStyleLbl="revTx" presStyleIdx="1" presStyleCnt="4"/>
      <dgm:spPr/>
    </dgm:pt>
    <dgm:pt modelId="{3D16EC1E-1979-4FE6-9EE1-491B4C150107}" type="pres">
      <dgm:prSet presAssocID="{49179D3A-5767-4898-967D-7F40703D6720}" presName="vert1" presStyleCnt="0"/>
      <dgm:spPr/>
    </dgm:pt>
    <dgm:pt modelId="{90F9A7F5-E0DC-4019-94D1-9E869F5B3DA7}" type="pres">
      <dgm:prSet presAssocID="{8DC73E5A-E81B-4CF7-8E75-8433E05F6B20}" presName="thickLine" presStyleLbl="alignNode1" presStyleIdx="2" presStyleCnt="4"/>
      <dgm:spPr/>
    </dgm:pt>
    <dgm:pt modelId="{1C849E23-CEFC-45CB-A778-C0C87E441FA5}" type="pres">
      <dgm:prSet presAssocID="{8DC73E5A-E81B-4CF7-8E75-8433E05F6B20}" presName="horz1" presStyleCnt="0"/>
      <dgm:spPr/>
    </dgm:pt>
    <dgm:pt modelId="{2DBEA34C-6356-4764-BEA0-1BE89C72AA1F}" type="pres">
      <dgm:prSet presAssocID="{8DC73E5A-E81B-4CF7-8E75-8433E05F6B20}" presName="tx1" presStyleLbl="revTx" presStyleIdx="2" presStyleCnt="4"/>
      <dgm:spPr/>
    </dgm:pt>
    <dgm:pt modelId="{295983E7-EE43-474E-A497-ECF2356CCFA2}" type="pres">
      <dgm:prSet presAssocID="{8DC73E5A-E81B-4CF7-8E75-8433E05F6B20}" presName="vert1" presStyleCnt="0"/>
      <dgm:spPr/>
    </dgm:pt>
    <dgm:pt modelId="{24F995D7-6ADC-4A34-9EAA-C50E49F3F856}" type="pres">
      <dgm:prSet presAssocID="{284C5799-3795-4DD4-99A3-7A6F29917CD7}" presName="thickLine" presStyleLbl="alignNode1" presStyleIdx="3" presStyleCnt="4"/>
      <dgm:spPr/>
    </dgm:pt>
    <dgm:pt modelId="{FFA8E4B9-FC97-4C0C-9438-5C8E91E8038F}" type="pres">
      <dgm:prSet presAssocID="{284C5799-3795-4DD4-99A3-7A6F29917CD7}" presName="horz1" presStyleCnt="0"/>
      <dgm:spPr/>
    </dgm:pt>
    <dgm:pt modelId="{B49486DF-26A5-4620-B5A0-36CB5C1EF8F6}" type="pres">
      <dgm:prSet presAssocID="{284C5799-3795-4DD4-99A3-7A6F29917CD7}" presName="tx1" presStyleLbl="revTx" presStyleIdx="3" presStyleCnt="4"/>
      <dgm:spPr/>
    </dgm:pt>
    <dgm:pt modelId="{8D8E2370-81A5-49D2-A2A6-8C5FCF0AE030}" type="pres">
      <dgm:prSet presAssocID="{284C5799-3795-4DD4-99A3-7A6F29917CD7}" presName="vert1" presStyleCnt="0"/>
      <dgm:spPr/>
    </dgm:pt>
  </dgm:ptLst>
  <dgm:cxnLst>
    <dgm:cxn modelId="{1FCD8301-3A65-4330-ADF9-073000FC79C4}" type="presOf" srcId="{ADB3B2CA-DD42-4180-AF38-AB925DA3FC96}" destId="{1D356EFF-FB9A-4446-A12D-5B9916F00F27}" srcOrd="0" destOrd="0" presId="urn:microsoft.com/office/officeart/2008/layout/LinedList"/>
    <dgm:cxn modelId="{FB8E200A-D52F-4926-8EC6-C1836502E4F6}" srcId="{1069CAA1-ABB7-48C4-97A5-0C2881A616F2}" destId="{49179D3A-5767-4898-967D-7F40703D6720}" srcOrd="1" destOrd="0" parTransId="{F3BB3088-2937-488D-9BF0-DF54ED5B89E8}" sibTransId="{C0F14322-476D-4BC8-A1C3-DFD59368BF76}"/>
    <dgm:cxn modelId="{B360BC38-F3B4-406D-97CF-95A0E856DF52}" type="presOf" srcId="{8DC73E5A-E81B-4CF7-8E75-8433E05F6B20}" destId="{2DBEA34C-6356-4764-BEA0-1BE89C72AA1F}" srcOrd="0" destOrd="0" presId="urn:microsoft.com/office/officeart/2008/layout/LinedList"/>
    <dgm:cxn modelId="{EDBB5163-C0E7-4B43-93A7-929243846C72}" type="presOf" srcId="{49179D3A-5767-4898-967D-7F40703D6720}" destId="{CA863BB7-5D88-4742-B7AA-170F020263FE}" srcOrd="0" destOrd="0" presId="urn:microsoft.com/office/officeart/2008/layout/LinedList"/>
    <dgm:cxn modelId="{2D9B387B-0EA8-4E56-9C9F-81B9653C2183}" type="presOf" srcId="{284C5799-3795-4DD4-99A3-7A6F29917CD7}" destId="{B49486DF-26A5-4620-B5A0-36CB5C1EF8F6}" srcOrd="0" destOrd="0" presId="urn:microsoft.com/office/officeart/2008/layout/LinedList"/>
    <dgm:cxn modelId="{57E3BECD-7553-4560-9D9E-3C6AC87DB840}" srcId="{1069CAA1-ABB7-48C4-97A5-0C2881A616F2}" destId="{284C5799-3795-4DD4-99A3-7A6F29917CD7}" srcOrd="3" destOrd="0" parTransId="{4176C41F-CA0A-4D41-BFC8-BDCCB11B18DD}" sibTransId="{C6CD3B59-DB99-445C-80BB-BC34B6EF7219}"/>
    <dgm:cxn modelId="{8C23AFEA-7D0C-49C2-A8B0-F5504DDE431C}" srcId="{1069CAA1-ABB7-48C4-97A5-0C2881A616F2}" destId="{ADB3B2CA-DD42-4180-AF38-AB925DA3FC96}" srcOrd="0" destOrd="0" parTransId="{1191DE1C-4C1E-43F4-9155-BAA4ECF1BF07}" sibTransId="{F0756A3D-5A09-4192-B130-1EED944F1105}"/>
    <dgm:cxn modelId="{FCC1C4EA-CCD2-45AA-9D96-86A4ED8CD02E}" srcId="{1069CAA1-ABB7-48C4-97A5-0C2881A616F2}" destId="{8DC73E5A-E81B-4CF7-8E75-8433E05F6B20}" srcOrd="2" destOrd="0" parTransId="{AF891DE5-D4A6-44D7-BC5A-36836DD3E365}" sibTransId="{3B022918-E322-4531-BCD6-FB718AF7588E}"/>
    <dgm:cxn modelId="{B15645F6-702E-4F90-B17B-E7458D396225}" type="presOf" srcId="{1069CAA1-ABB7-48C4-97A5-0C2881A616F2}" destId="{7786817E-463F-432C-9AF6-EA15CA2D64E7}" srcOrd="0" destOrd="0" presId="urn:microsoft.com/office/officeart/2008/layout/LinedList"/>
    <dgm:cxn modelId="{166BD7D9-57C0-4298-A93C-41E3A0837D64}" type="presParOf" srcId="{7786817E-463F-432C-9AF6-EA15CA2D64E7}" destId="{26DC30CA-3C47-48D1-A604-FBE3299AA7FF}" srcOrd="0" destOrd="0" presId="urn:microsoft.com/office/officeart/2008/layout/LinedList"/>
    <dgm:cxn modelId="{81184527-C095-422A-B2E9-3025D95748F9}" type="presParOf" srcId="{7786817E-463F-432C-9AF6-EA15CA2D64E7}" destId="{2EC944C1-D1B5-4591-BC9A-B474E78B707A}" srcOrd="1" destOrd="0" presId="urn:microsoft.com/office/officeart/2008/layout/LinedList"/>
    <dgm:cxn modelId="{477EE10F-8548-4DE8-AF3C-F83F78A1CE9B}" type="presParOf" srcId="{2EC944C1-D1B5-4591-BC9A-B474E78B707A}" destId="{1D356EFF-FB9A-4446-A12D-5B9916F00F27}" srcOrd="0" destOrd="0" presId="urn:microsoft.com/office/officeart/2008/layout/LinedList"/>
    <dgm:cxn modelId="{1ABD145D-5FCE-40F6-A670-2617A4628FE4}" type="presParOf" srcId="{2EC944C1-D1B5-4591-BC9A-B474E78B707A}" destId="{53D54C90-1CD5-4585-B5A5-2D231274D4F6}" srcOrd="1" destOrd="0" presId="urn:microsoft.com/office/officeart/2008/layout/LinedList"/>
    <dgm:cxn modelId="{A9465D99-3AC7-4AFE-A17B-791AB32A28D8}" type="presParOf" srcId="{7786817E-463F-432C-9AF6-EA15CA2D64E7}" destId="{0D764128-4F1C-449F-B5C1-940483E6AE06}" srcOrd="2" destOrd="0" presId="urn:microsoft.com/office/officeart/2008/layout/LinedList"/>
    <dgm:cxn modelId="{7421CA2E-7057-4DE0-B9D2-721D48E5D8D4}" type="presParOf" srcId="{7786817E-463F-432C-9AF6-EA15CA2D64E7}" destId="{9F79BED5-DF29-4C31-B96E-3EE1F0216ACF}" srcOrd="3" destOrd="0" presId="urn:microsoft.com/office/officeart/2008/layout/LinedList"/>
    <dgm:cxn modelId="{48FEA934-1D6A-40EA-821A-8CA04A694F0E}" type="presParOf" srcId="{9F79BED5-DF29-4C31-B96E-3EE1F0216ACF}" destId="{CA863BB7-5D88-4742-B7AA-170F020263FE}" srcOrd="0" destOrd="0" presId="urn:microsoft.com/office/officeart/2008/layout/LinedList"/>
    <dgm:cxn modelId="{CC9A12E5-360D-46C4-87CE-179E6923A817}" type="presParOf" srcId="{9F79BED5-DF29-4C31-B96E-3EE1F0216ACF}" destId="{3D16EC1E-1979-4FE6-9EE1-491B4C150107}" srcOrd="1" destOrd="0" presId="urn:microsoft.com/office/officeart/2008/layout/LinedList"/>
    <dgm:cxn modelId="{82C492A8-6853-4102-9544-624A1C754A6A}" type="presParOf" srcId="{7786817E-463F-432C-9AF6-EA15CA2D64E7}" destId="{90F9A7F5-E0DC-4019-94D1-9E869F5B3DA7}" srcOrd="4" destOrd="0" presId="urn:microsoft.com/office/officeart/2008/layout/LinedList"/>
    <dgm:cxn modelId="{A8B67D74-80C7-470C-9706-3D4E17CA6E6B}" type="presParOf" srcId="{7786817E-463F-432C-9AF6-EA15CA2D64E7}" destId="{1C849E23-CEFC-45CB-A778-C0C87E441FA5}" srcOrd="5" destOrd="0" presId="urn:microsoft.com/office/officeart/2008/layout/LinedList"/>
    <dgm:cxn modelId="{148EF4E6-4844-4938-A0A2-8E7CD3CD1304}" type="presParOf" srcId="{1C849E23-CEFC-45CB-A778-C0C87E441FA5}" destId="{2DBEA34C-6356-4764-BEA0-1BE89C72AA1F}" srcOrd="0" destOrd="0" presId="urn:microsoft.com/office/officeart/2008/layout/LinedList"/>
    <dgm:cxn modelId="{74DB7C03-A80A-434C-A71F-8AAD54C0181B}" type="presParOf" srcId="{1C849E23-CEFC-45CB-A778-C0C87E441FA5}" destId="{295983E7-EE43-474E-A497-ECF2356CCFA2}" srcOrd="1" destOrd="0" presId="urn:microsoft.com/office/officeart/2008/layout/LinedList"/>
    <dgm:cxn modelId="{82803DBC-17D5-4962-BDBA-E51D0D69FB5A}" type="presParOf" srcId="{7786817E-463F-432C-9AF6-EA15CA2D64E7}" destId="{24F995D7-6ADC-4A34-9EAA-C50E49F3F856}" srcOrd="6" destOrd="0" presId="urn:microsoft.com/office/officeart/2008/layout/LinedList"/>
    <dgm:cxn modelId="{80C05B22-6E53-4624-842C-77FC350DA9AC}" type="presParOf" srcId="{7786817E-463F-432C-9AF6-EA15CA2D64E7}" destId="{FFA8E4B9-FC97-4C0C-9438-5C8E91E8038F}" srcOrd="7" destOrd="0" presId="urn:microsoft.com/office/officeart/2008/layout/LinedList"/>
    <dgm:cxn modelId="{97987F5D-FE17-43F3-881D-85C8A2525E98}" type="presParOf" srcId="{FFA8E4B9-FC97-4C0C-9438-5C8E91E8038F}" destId="{B49486DF-26A5-4620-B5A0-36CB5C1EF8F6}" srcOrd="0" destOrd="0" presId="urn:microsoft.com/office/officeart/2008/layout/LinedList"/>
    <dgm:cxn modelId="{0391859F-A3E2-4627-860F-55C1DD552BB0}" type="presParOf" srcId="{FFA8E4B9-FC97-4C0C-9438-5C8E91E8038F}" destId="{8D8E2370-81A5-49D2-A2A6-8C5FCF0AE03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BD4C82B-CFEA-4C72-AC77-19E0CCA064D7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109224E-95B1-4B82-B5B3-88F8A8391DA3}">
      <dgm:prSet/>
      <dgm:spPr/>
      <dgm:t>
        <a:bodyPr/>
        <a:lstStyle/>
        <a:p>
          <a:r>
            <a:rPr lang="en-US"/>
            <a:t>Goal is to make sure you understand the concepts being taught and can use them in a practical manner.</a:t>
          </a:r>
        </a:p>
      </dgm:t>
    </dgm:pt>
    <dgm:pt modelId="{45BB6545-0A34-40C3-91D3-6D4A362F3BA6}" type="parTrans" cxnId="{11D2B71F-0B97-4158-A734-BFFCDCC31675}">
      <dgm:prSet/>
      <dgm:spPr/>
      <dgm:t>
        <a:bodyPr/>
        <a:lstStyle/>
        <a:p>
          <a:endParaRPr lang="en-US"/>
        </a:p>
      </dgm:t>
    </dgm:pt>
    <dgm:pt modelId="{F6866DAF-B67D-4D0D-8E19-C1F89A98A05E}" type="sibTrans" cxnId="{11D2B71F-0B97-4158-A734-BFFCDCC31675}">
      <dgm:prSet/>
      <dgm:spPr/>
      <dgm:t>
        <a:bodyPr/>
        <a:lstStyle/>
        <a:p>
          <a:endParaRPr lang="en-US"/>
        </a:p>
      </dgm:t>
    </dgm:pt>
    <dgm:pt modelId="{9BF3C886-8940-4163-8640-6A70B185E237}">
      <dgm:prSet/>
      <dgm:spPr/>
      <dgm:t>
        <a:bodyPr/>
        <a:lstStyle/>
        <a:p>
          <a:r>
            <a:rPr lang="en-US"/>
            <a:t>Improve Software engineering acumen by adopting Best Practices</a:t>
          </a:r>
        </a:p>
      </dgm:t>
    </dgm:pt>
    <dgm:pt modelId="{E924CAD0-70BB-4ACB-ADB4-6B3D8E9E59F4}" type="parTrans" cxnId="{CF921FCC-2DB6-41C2-AD22-8F74466F374D}">
      <dgm:prSet/>
      <dgm:spPr/>
      <dgm:t>
        <a:bodyPr/>
        <a:lstStyle/>
        <a:p>
          <a:endParaRPr lang="en-US"/>
        </a:p>
      </dgm:t>
    </dgm:pt>
    <dgm:pt modelId="{93F4B347-D7AB-42BD-81B8-3EC034CF9D3A}" type="sibTrans" cxnId="{CF921FCC-2DB6-41C2-AD22-8F74466F374D}">
      <dgm:prSet/>
      <dgm:spPr/>
      <dgm:t>
        <a:bodyPr/>
        <a:lstStyle/>
        <a:p>
          <a:endParaRPr lang="en-US"/>
        </a:p>
      </dgm:t>
    </dgm:pt>
    <dgm:pt modelId="{54278B33-2C71-4E34-B070-6B966BB0DFFD}" type="pres">
      <dgm:prSet presAssocID="{FBD4C82B-CFEA-4C72-AC77-19E0CCA064D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730080-F803-4589-8A8D-F1F472761BA2}" type="pres">
      <dgm:prSet presAssocID="{0109224E-95B1-4B82-B5B3-88F8A8391DA3}" presName="hierRoot1" presStyleCnt="0"/>
      <dgm:spPr/>
    </dgm:pt>
    <dgm:pt modelId="{16D62B2E-AFD4-4E37-B02B-B3023D125A38}" type="pres">
      <dgm:prSet presAssocID="{0109224E-95B1-4B82-B5B3-88F8A8391DA3}" presName="composite" presStyleCnt="0"/>
      <dgm:spPr/>
    </dgm:pt>
    <dgm:pt modelId="{636F0543-A890-4C82-ABF7-070BEF86F5A1}" type="pres">
      <dgm:prSet presAssocID="{0109224E-95B1-4B82-B5B3-88F8A8391DA3}" presName="background" presStyleLbl="node0" presStyleIdx="0" presStyleCnt="2"/>
      <dgm:spPr/>
    </dgm:pt>
    <dgm:pt modelId="{EE4CEC98-DB46-4EFE-9290-ECE620D127E0}" type="pres">
      <dgm:prSet presAssocID="{0109224E-95B1-4B82-B5B3-88F8A8391DA3}" presName="text" presStyleLbl="fgAcc0" presStyleIdx="0" presStyleCnt="2">
        <dgm:presLayoutVars>
          <dgm:chPref val="3"/>
        </dgm:presLayoutVars>
      </dgm:prSet>
      <dgm:spPr/>
    </dgm:pt>
    <dgm:pt modelId="{0BE7A31C-11F2-4D8A-B455-58AA0191B533}" type="pres">
      <dgm:prSet presAssocID="{0109224E-95B1-4B82-B5B3-88F8A8391DA3}" presName="hierChild2" presStyleCnt="0"/>
      <dgm:spPr/>
    </dgm:pt>
    <dgm:pt modelId="{D8920312-E32C-4961-AB3D-C84A25218F90}" type="pres">
      <dgm:prSet presAssocID="{9BF3C886-8940-4163-8640-6A70B185E237}" presName="hierRoot1" presStyleCnt="0"/>
      <dgm:spPr/>
    </dgm:pt>
    <dgm:pt modelId="{9176882D-1FA6-427D-B38F-B11626DED836}" type="pres">
      <dgm:prSet presAssocID="{9BF3C886-8940-4163-8640-6A70B185E237}" presName="composite" presStyleCnt="0"/>
      <dgm:spPr/>
    </dgm:pt>
    <dgm:pt modelId="{D05FBD34-8C51-4285-B5F1-1D8FF94D1569}" type="pres">
      <dgm:prSet presAssocID="{9BF3C886-8940-4163-8640-6A70B185E237}" presName="background" presStyleLbl="node0" presStyleIdx="1" presStyleCnt="2"/>
      <dgm:spPr/>
    </dgm:pt>
    <dgm:pt modelId="{29C53EDB-0FC7-4CF5-9051-5987ABCEE347}" type="pres">
      <dgm:prSet presAssocID="{9BF3C886-8940-4163-8640-6A70B185E237}" presName="text" presStyleLbl="fgAcc0" presStyleIdx="1" presStyleCnt="2">
        <dgm:presLayoutVars>
          <dgm:chPref val="3"/>
        </dgm:presLayoutVars>
      </dgm:prSet>
      <dgm:spPr/>
    </dgm:pt>
    <dgm:pt modelId="{BBABB138-3A87-496F-9289-06DFD1F0E88F}" type="pres">
      <dgm:prSet presAssocID="{9BF3C886-8940-4163-8640-6A70B185E237}" presName="hierChild2" presStyleCnt="0"/>
      <dgm:spPr/>
    </dgm:pt>
  </dgm:ptLst>
  <dgm:cxnLst>
    <dgm:cxn modelId="{11D2B71F-0B97-4158-A734-BFFCDCC31675}" srcId="{FBD4C82B-CFEA-4C72-AC77-19E0CCA064D7}" destId="{0109224E-95B1-4B82-B5B3-88F8A8391DA3}" srcOrd="0" destOrd="0" parTransId="{45BB6545-0A34-40C3-91D3-6D4A362F3BA6}" sibTransId="{F6866DAF-B67D-4D0D-8E19-C1F89A98A05E}"/>
    <dgm:cxn modelId="{06FEF94E-4485-4A72-8016-CCAB1AF67473}" type="presOf" srcId="{FBD4C82B-CFEA-4C72-AC77-19E0CCA064D7}" destId="{54278B33-2C71-4E34-B070-6B966BB0DFFD}" srcOrd="0" destOrd="0" presId="urn:microsoft.com/office/officeart/2005/8/layout/hierarchy1"/>
    <dgm:cxn modelId="{0233FCB3-F2A1-4B24-9C66-EC654784A3F2}" type="presOf" srcId="{9BF3C886-8940-4163-8640-6A70B185E237}" destId="{29C53EDB-0FC7-4CF5-9051-5987ABCEE347}" srcOrd="0" destOrd="0" presId="urn:microsoft.com/office/officeart/2005/8/layout/hierarchy1"/>
    <dgm:cxn modelId="{CF921FCC-2DB6-41C2-AD22-8F74466F374D}" srcId="{FBD4C82B-CFEA-4C72-AC77-19E0CCA064D7}" destId="{9BF3C886-8940-4163-8640-6A70B185E237}" srcOrd="1" destOrd="0" parTransId="{E924CAD0-70BB-4ACB-ADB4-6B3D8E9E59F4}" sibTransId="{93F4B347-D7AB-42BD-81B8-3EC034CF9D3A}"/>
    <dgm:cxn modelId="{3BC42AE6-5D86-4360-B0BF-B5700DFB1A2C}" type="presOf" srcId="{0109224E-95B1-4B82-B5B3-88F8A8391DA3}" destId="{EE4CEC98-DB46-4EFE-9290-ECE620D127E0}" srcOrd="0" destOrd="0" presId="urn:microsoft.com/office/officeart/2005/8/layout/hierarchy1"/>
    <dgm:cxn modelId="{78135540-CD68-48CB-9E0F-6A1D6A19550D}" type="presParOf" srcId="{54278B33-2C71-4E34-B070-6B966BB0DFFD}" destId="{A9730080-F803-4589-8A8D-F1F472761BA2}" srcOrd="0" destOrd="0" presId="urn:microsoft.com/office/officeart/2005/8/layout/hierarchy1"/>
    <dgm:cxn modelId="{9AE0A091-8EA8-443F-B93A-4F2FA4AD93CB}" type="presParOf" srcId="{A9730080-F803-4589-8A8D-F1F472761BA2}" destId="{16D62B2E-AFD4-4E37-B02B-B3023D125A38}" srcOrd="0" destOrd="0" presId="urn:microsoft.com/office/officeart/2005/8/layout/hierarchy1"/>
    <dgm:cxn modelId="{B7527453-713C-4F8F-BCB8-358FB5DE8EC2}" type="presParOf" srcId="{16D62B2E-AFD4-4E37-B02B-B3023D125A38}" destId="{636F0543-A890-4C82-ABF7-070BEF86F5A1}" srcOrd="0" destOrd="0" presId="urn:microsoft.com/office/officeart/2005/8/layout/hierarchy1"/>
    <dgm:cxn modelId="{DE985728-74E7-4394-A2D2-940C9826D887}" type="presParOf" srcId="{16D62B2E-AFD4-4E37-B02B-B3023D125A38}" destId="{EE4CEC98-DB46-4EFE-9290-ECE620D127E0}" srcOrd="1" destOrd="0" presId="urn:microsoft.com/office/officeart/2005/8/layout/hierarchy1"/>
    <dgm:cxn modelId="{D5F81ED0-A26A-45F8-A5B5-E3249CACBF36}" type="presParOf" srcId="{A9730080-F803-4589-8A8D-F1F472761BA2}" destId="{0BE7A31C-11F2-4D8A-B455-58AA0191B533}" srcOrd="1" destOrd="0" presId="urn:microsoft.com/office/officeart/2005/8/layout/hierarchy1"/>
    <dgm:cxn modelId="{D2CA0802-5AEA-4901-AE14-68019C39B89B}" type="presParOf" srcId="{54278B33-2C71-4E34-B070-6B966BB0DFFD}" destId="{D8920312-E32C-4961-AB3D-C84A25218F90}" srcOrd="1" destOrd="0" presId="urn:microsoft.com/office/officeart/2005/8/layout/hierarchy1"/>
    <dgm:cxn modelId="{FC6E5ECD-0CA7-4D7C-ACD9-B173E9158527}" type="presParOf" srcId="{D8920312-E32C-4961-AB3D-C84A25218F90}" destId="{9176882D-1FA6-427D-B38F-B11626DED836}" srcOrd="0" destOrd="0" presId="urn:microsoft.com/office/officeart/2005/8/layout/hierarchy1"/>
    <dgm:cxn modelId="{74027794-A213-4267-85E2-D48F7BF6658C}" type="presParOf" srcId="{9176882D-1FA6-427D-B38F-B11626DED836}" destId="{D05FBD34-8C51-4285-B5F1-1D8FF94D1569}" srcOrd="0" destOrd="0" presId="urn:microsoft.com/office/officeart/2005/8/layout/hierarchy1"/>
    <dgm:cxn modelId="{63596D18-D8C7-4E92-B5F7-26433040D2A9}" type="presParOf" srcId="{9176882D-1FA6-427D-B38F-B11626DED836}" destId="{29C53EDB-0FC7-4CF5-9051-5987ABCEE347}" srcOrd="1" destOrd="0" presId="urn:microsoft.com/office/officeart/2005/8/layout/hierarchy1"/>
    <dgm:cxn modelId="{99C913F4-4F78-4363-9013-A11D65BAE601}" type="presParOf" srcId="{D8920312-E32C-4961-AB3D-C84A25218F90}" destId="{BBABB138-3A87-496F-9289-06DFD1F0E88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2233327-C238-4B42-8F20-F62CA809826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B915288-A7F1-47E4-AE93-A633F3027A01}">
      <dgm:prSet/>
      <dgm:spPr/>
      <dgm:t>
        <a:bodyPr/>
        <a:lstStyle/>
        <a:p>
          <a:r>
            <a:rPr lang="en-US" dirty="0"/>
            <a:t>Done by me and automated tools.</a:t>
          </a:r>
        </a:p>
      </dgm:t>
    </dgm:pt>
    <dgm:pt modelId="{6C114CD1-0A62-4167-A08B-3860738CA9D6}" type="parTrans" cxnId="{CF5AF4A7-9F71-42AF-9458-23F3D82D4563}">
      <dgm:prSet/>
      <dgm:spPr/>
      <dgm:t>
        <a:bodyPr/>
        <a:lstStyle/>
        <a:p>
          <a:endParaRPr lang="en-US"/>
        </a:p>
      </dgm:t>
    </dgm:pt>
    <dgm:pt modelId="{2C2CDD73-1662-4816-97E5-5F6B233C49E3}" type="sibTrans" cxnId="{CF5AF4A7-9F71-42AF-9458-23F3D82D4563}">
      <dgm:prSet/>
      <dgm:spPr/>
      <dgm:t>
        <a:bodyPr/>
        <a:lstStyle/>
        <a:p>
          <a:endParaRPr lang="en-US"/>
        </a:p>
      </dgm:t>
    </dgm:pt>
    <dgm:pt modelId="{A8BF99DD-CFC5-45B1-A04C-E25CE4B73A53}">
      <dgm:prSet/>
      <dgm:spPr/>
      <dgm:t>
        <a:bodyPr/>
        <a:lstStyle/>
        <a:p>
          <a:r>
            <a:rPr lang="en-US" dirty="0"/>
            <a:t>Assignments must be submitted correctly and on time or they will not be reviewed.</a:t>
          </a:r>
        </a:p>
      </dgm:t>
    </dgm:pt>
    <dgm:pt modelId="{35418FB9-5333-44E5-8453-A4182678991C}" type="parTrans" cxnId="{178D9A31-383C-4BF1-9CDE-DC3BF9AF30FE}">
      <dgm:prSet/>
      <dgm:spPr/>
      <dgm:t>
        <a:bodyPr/>
        <a:lstStyle/>
        <a:p>
          <a:endParaRPr lang="en-US"/>
        </a:p>
      </dgm:t>
    </dgm:pt>
    <dgm:pt modelId="{DBB856CB-D29B-4D1A-9F48-7C10F6319FF9}" type="sibTrans" cxnId="{178D9A31-383C-4BF1-9CDE-DC3BF9AF30FE}">
      <dgm:prSet/>
      <dgm:spPr/>
      <dgm:t>
        <a:bodyPr/>
        <a:lstStyle/>
        <a:p>
          <a:endParaRPr lang="en-US"/>
        </a:p>
      </dgm:t>
    </dgm:pt>
    <dgm:pt modelId="{2A4A1E8C-8425-45B3-927D-8DD491BF9D9E}">
      <dgm:prSet/>
      <dgm:spPr/>
      <dgm:t>
        <a:bodyPr/>
        <a:lstStyle/>
        <a:p>
          <a:r>
            <a:rPr lang="en-US" dirty="0"/>
            <a:t>Final Revisions must be submitted on time as well. </a:t>
          </a:r>
        </a:p>
      </dgm:t>
    </dgm:pt>
    <dgm:pt modelId="{9230D866-09F3-4365-BF70-AEBCCE348F30}" type="parTrans" cxnId="{120EA728-6821-48D9-962C-A250FB23E390}">
      <dgm:prSet/>
      <dgm:spPr/>
      <dgm:t>
        <a:bodyPr/>
        <a:lstStyle/>
        <a:p>
          <a:endParaRPr lang="en-US"/>
        </a:p>
      </dgm:t>
    </dgm:pt>
    <dgm:pt modelId="{E19DE744-2820-478A-8CFC-617075CD0B2E}" type="sibTrans" cxnId="{120EA728-6821-48D9-962C-A250FB23E390}">
      <dgm:prSet/>
      <dgm:spPr/>
      <dgm:t>
        <a:bodyPr/>
        <a:lstStyle/>
        <a:p>
          <a:endParaRPr lang="en-US"/>
        </a:p>
      </dgm:t>
    </dgm:pt>
    <dgm:pt modelId="{D4D237BB-C412-4352-99BC-9964F003C468}" type="pres">
      <dgm:prSet presAssocID="{92233327-C238-4B42-8F20-F62CA8098262}" presName="root" presStyleCnt="0">
        <dgm:presLayoutVars>
          <dgm:dir/>
          <dgm:resizeHandles val="exact"/>
        </dgm:presLayoutVars>
      </dgm:prSet>
      <dgm:spPr/>
    </dgm:pt>
    <dgm:pt modelId="{4568F952-08BA-4A79-9A49-96F3068E2EA2}" type="pres">
      <dgm:prSet presAssocID="{8B915288-A7F1-47E4-AE93-A633F3027A01}" presName="compNode" presStyleCnt="0"/>
      <dgm:spPr/>
    </dgm:pt>
    <dgm:pt modelId="{95FAD0F0-9BE8-4C69-A8B0-3CFA969FED11}" type="pres">
      <dgm:prSet presAssocID="{8B915288-A7F1-47E4-AE93-A633F3027A01}" presName="bgRect" presStyleLbl="bgShp" presStyleIdx="0" presStyleCnt="3"/>
      <dgm:spPr/>
    </dgm:pt>
    <dgm:pt modelId="{83AB738B-79FB-4238-AC34-5DF006C5268A}" type="pres">
      <dgm:prSet presAssocID="{8B915288-A7F1-47E4-AE93-A633F3027A0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4571EA0-401C-4098-A4C4-6A551094C2CF}" type="pres">
      <dgm:prSet presAssocID="{8B915288-A7F1-47E4-AE93-A633F3027A01}" presName="spaceRect" presStyleCnt="0"/>
      <dgm:spPr/>
    </dgm:pt>
    <dgm:pt modelId="{8959814C-3B34-4436-B97B-3446787828B4}" type="pres">
      <dgm:prSet presAssocID="{8B915288-A7F1-47E4-AE93-A633F3027A01}" presName="parTx" presStyleLbl="revTx" presStyleIdx="0" presStyleCnt="3">
        <dgm:presLayoutVars>
          <dgm:chMax val="0"/>
          <dgm:chPref val="0"/>
        </dgm:presLayoutVars>
      </dgm:prSet>
      <dgm:spPr/>
    </dgm:pt>
    <dgm:pt modelId="{004CC923-E55F-4901-86F0-86F55FCF75AA}" type="pres">
      <dgm:prSet presAssocID="{2C2CDD73-1662-4816-97E5-5F6B233C49E3}" presName="sibTrans" presStyleCnt="0"/>
      <dgm:spPr/>
    </dgm:pt>
    <dgm:pt modelId="{81530BDD-E1E9-4F99-B505-E17411AF974E}" type="pres">
      <dgm:prSet presAssocID="{A8BF99DD-CFC5-45B1-A04C-E25CE4B73A53}" presName="compNode" presStyleCnt="0"/>
      <dgm:spPr/>
    </dgm:pt>
    <dgm:pt modelId="{0F3F815A-2936-4896-84B5-0B6806FE286D}" type="pres">
      <dgm:prSet presAssocID="{A8BF99DD-CFC5-45B1-A04C-E25CE4B73A53}" presName="bgRect" presStyleLbl="bgShp" presStyleIdx="1" presStyleCnt="3"/>
      <dgm:spPr/>
    </dgm:pt>
    <dgm:pt modelId="{181E5293-1E71-4016-91E8-E70F756007C2}" type="pres">
      <dgm:prSet presAssocID="{A8BF99DD-CFC5-45B1-A04C-E25CE4B73A5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285A5A81-19D0-4126-B280-5FFE94358CF5}" type="pres">
      <dgm:prSet presAssocID="{A8BF99DD-CFC5-45B1-A04C-E25CE4B73A53}" presName="spaceRect" presStyleCnt="0"/>
      <dgm:spPr/>
    </dgm:pt>
    <dgm:pt modelId="{181EF521-48F7-4F31-B18F-6ED6CB878C18}" type="pres">
      <dgm:prSet presAssocID="{A8BF99DD-CFC5-45B1-A04C-E25CE4B73A53}" presName="parTx" presStyleLbl="revTx" presStyleIdx="1" presStyleCnt="3">
        <dgm:presLayoutVars>
          <dgm:chMax val="0"/>
          <dgm:chPref val="0"/>
        </dgm:presLayoutVars>
      </dgm:prSet>
      <dgm:spPr/>
    </dgm:pt>
    <dgm:pt modelId="{7BDE0859-0DE7-4A5C-ADD1-6328BF7CEAD6}" type="pres">
      <dgm:prSet presAssocID="{DBB856CB-D29B-4D1A-9F48-7C10F6319FF9}" presName="sibTrans" presStyleCnt="0"/>
      <dgm:spPr/>
    </dgm:pt>
    <dgm:pt modelId="{4790D3C7-3763-4758-B25D-5A729685CCA1}" type="pres">
      <dgm:prSet presAssocID="{2A4A1E8C-8425-45B3-927D-8DD491BF9D9E}" presName="compNode" presStyleCnt="0"/>
      <dgm:spPr/>
    </dgm:pt>
    <dgm:pt modelId="{9BEED629-8A24-4FCE-9EB8-B12AD3B98702}" type="pres">
      <dgm:prSet presAssocID="{2A4A1E8C-8425-45B3-927D-8DD491BF9D9E}" presName="bgRect" presStyleLbl="bgShp" presStyleIdx="2" presStyleCnt="3"/>
      <dgm:spPr/>
    </dgm:pt>
    <dgm:pt modelId="{079C24A8-AE1C-410B-8C98-B24B492B2767}" type="pres">
      <dgm:prSet presAssocID="{2A4A1E8C-8425-45B3-927D-8DD491BF9D9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E6DE078-554B-46D8-AD4B-991D38CD4EE5}" type="pres">
      <dgm:prSet presAssocID="{2A4A1E8C-8425-45B3-927D-8DD491BF9D9E}" presName="spaceRect" presStyleCnt="0"/>
      <dgm:spPr/>
    </dgm:pt>
    <dgm:pt modelId="{A36D290C-0B7A-4EE2-87A5-372711D48526}" type="pres">
      <dgm:prSet presAssocID="{2A4A1E8C-8425-45B3-927D-8DD491BF9D9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6D2CE13-4357-4B06-AEC6-F91103A6E6A2}" type="presOf" srcId="{8B915288-A7F1-47E4-AE93-A633F3027A01}" destId="{8959814C-3B34-4436-B97B-3446787828B4}" srcOrd="0" destOrd="0" presId="urn:microsoft.com/office/officeart/2018/2/layout/IconVerticalSolidList"/>
    <dgm:cxn modelId="{120EA728-6821-48D9-962C-A250FB23E390}" srcId="{92233327-C238-4B42-8F20-F62CA8098262}" destId="{2A4A1E8C-8425-45B3-927D-8DD491BF9D9E}" srcOrd="2" destOrd="0" parTransId="{9230D866-09F3-4365-BF70-AEBCCE348F30}" sibTransId="{E19DE744-2820-478A-8CFC-617075CD0B2E}"/>
    <dgm:cxn modelId="{178D9A31-383C-4BF1-9CDE-DC3BF9AF30FE}" srcId="{92233327-C238-4B42-8F20-F62CA8098262}" destId="{A8BF99DD-CFC5-45B1-A04C-E25CE4B73A53}" srcOrd="1" destOrd="0" parTransId="{35418FB9-5333-44E5-8453-A4182678991C}" sibTransId="{DBB856CB-D29B-4D1A-9F48-7C10F6319FF9}"/>
    <dgm:cxn modelId="{B5337F34-7B8A-4A88-9202-E9FD3DD40AFC}" type="presOf" srcId="{2A4A1E8C-8425-45B3-927D-8DD491BF9D9E}" destId="{A36D290C-0B7A-4EE2-87A5-372711D48526}" srcOrd="0" destOrd="0" presId="urn:microsoft.com/office/officeart/2018/2/layout/IconVerticalSolidList"/>
    <dgm:cxn modelId="{9E732B51-1947-4B7C-B9AD-E67832D78AD8}" type="presOf" srcId="{A8BF99DD-CFC5-45B1-A04C-E25CE4B73A53}" destId="{181EF521-48F7-4F31-B18F-6ED6CB878C18}" srcOrd="0" destOrd="0" presId="urn:microsoft.com/office/officeart/2018/2/layout/IconVerticalSolidList"/>
    <dgm:cxn modelId="{CF5AF4A7-9F71-42AF-9458-23F3D82D4563}" srcId="{92233327-C238-4B42-8F20-F62CA8098262}" destId="{8B915288-A7F1-47E4-AE93-A633F3027A01}" srcOrd="0" destOrd="0" parTransId="{6C114CD1-0A62-4167-A08B-3860738CA9D6}" sibTransId="{2C2CDD73-1662-4816-97E5-5F6B233C49E3}"/>
    <dgm:cxn modelId="{2B0987BE-93EA-4FD7-AB58-44AA9D095C19}" type="presOf" srcId="{92233327-C238-4B42-8F20-F62CA8098262}" destId="{D4D237BB-C412-4352-99BC-9964F003C468}" srcOrd="0" destOrd="0" presId="urn:microsoft.com/office/officeart/2018/2/layout/IconVerticalSolidList"/>
    <dgm:cxn modelId="{B2A48305-BA06-4A2A-84EE-D877F9876012}" type="presParOf" srcId="{D4D237BB-C412-4352-99BC-9964F003C468}" destId="{4568F952-08BA-4A79-9A49-96F3068E2EA2}" srcOrd="0" destOrd="0" presId="urn:microsoft.com/office/officeart/2018/2/layout/IconVerticalSolidList"/>
    <dgm:cxn modelId="{5FA7429D-685B-40D9-AF0B-A90B991D1DD6}" type="presParOf" srcId="{4568F952-08BA-4A79-9A49-96F3068E2EA2}" destId="{95FAD0F0-9BE8-4C69-A8B0-3CFA969FED11}" srcOrd="0" destOrd="0" presId="urn:microsoft.com/office/officeart/2018/2/layout/IconVerticalSolidList"/>
    <dgm:cxn modelId="{9A28A058-4186-4A53-9156-DFDE42CF99AA}" type="presParOf" srcId="{4568F952-08BA-4A79-9A49-96F3068E2EA2}" destId="{83AB738B-79FB-4238-AC34-5DF006C5268A}" srcOrd="1" destOrd="0" presId="urn:microsoft.com/office/officeart/2018/2/layout/IconVerticalSolidList"/>
    <dgm:cxn modelId="{AB167CB5-4F39-4217-8ABD-E467E77FF2B3}" type="presParOf" srcId="{4568F952-08BA-4A79-9A49-96F3068E2EA2}" destId="{74571EA0-401C-4098-A4C4-6A551094C2CF}" srcOrd="2" destOrd="0" presId="urn:microsoft.com/office/officeart/2018/2/layout/IconVerticalSolidList"/>
    <dgm:cxn modelId="{35C644F6-D28C-4025-853F-B1E1C82DB8A4}" type="presParOf" srcId="{4568F952-08BA-4A79-9A49-96F3068E2EA2}" destId="{8959814C-3B34-4436-B97B-3446787828B4}" srcOrd="3" destOrd="0" presId="urn:microsoft.com/office/officeart/2018/2/layout/IconVerticalSolidList"/>
    <dgm:cxn modelId="{19D86913-5088-4254-BD57-F366C8C6C15D}" type="presParOf" srcId="{D4D237BB-C412-4352-99BC-9964F003C468}" destId="{004CC923-E55F-4901-86F0-86F55FCF75AA}" srcOrd="1" destOrd="0" presId="urn:microsoft.com/office/officeart/2018/2/layout/IconVerticalSolidList"/>
    <dgm:cxn modelId="{58D0E555-6CAD-4D80-8AA3-26437873F276}" type="presParOf" srcId="{D4D237BB-C412-4352-99BC-9964F003C468}" destId="{81530BDD-E1E9-4F99-B505-E17411AF974E}" srcOrd="2" destOrd="0" presId="urn:microsoft.com/office/officeart/2018/2/layout/IconVerticalSolidList"/>
    <dgm:cxn modelId="{FACE4A02-8117-427C-8BE2-8CB1C6F3897C}" type="presParOf" srcId="{81530BDD-E1E9-4F99-B505-E17411AF974E}" destId="{0F3F815A-2936-4896-84B5-0B6806FE286D}" srcOrd="0" destOrd="0" presId="urn:microsoft.com/office/officeart/2018/2/layout/IconVerticalSolidList"/>
    <dgm:cxn modelId="{FA742C4E-8F89-4B34-A985-74551B376512}" type="presParOf" srcId="{81530BDD-E1E9-4F99-B505-E17411AF974E}" destId="{181E5293-1E71-4016-91E8-E70F756007C2}" srcOrd="1" destOrd="0" presId="urn:microsoft.com/office/officeart/2018/2/layout/IconVerticalSolidList"/>
    <dgm:cxn modelId="{824F5E4C-1D25-4850-9765-84DFC9ACB24B}" type="presParOf" srcId="{81530BDD-E1E9-4F99-B505-E17411AF974E}" destId="{285A5A81-19D0-4126-B280-5FFE94358CF5}" srcOrd="2" destOrd="0" presId="urn:microsoft.com/office/officeart/2018/2/layout/IconVerticalSolidList"/>
    <dgm:cxn modelId="{11743ECA-A5DC-4071-8F72-B77B740A32F5}" type="presParOf" srcId="{81530BDD-E1E9-4F99-B505-E17411AF974E}" destId="{181EF521-48F7-4F31-B18F-6ED6CB878C18}" srcOrd="3" destOrd="0" presId="urn:microsoft.com/office/officeart/2018/2/layout/IconVerticalSolidList"/>
    <dgm:cxn modelId="{9E8762A0-EED3-455E-A1C4-4F72241B5C1B}" type="presParOf" srcId="{D4D237BB-C412-4352-99BC-9964F003C468}" destId="{7BDE0859-0DE7-4A5C-ADD1-6328BF7CEAD6}" srcOrd="3" destOrd="0" presId="urn:microsoft.com/office/officeart/2018/2/layout/IconVerticalSolidList"/>
    <dgm:cxn modelId="{102DCD00-1666-4EBF-A22E-732D0CD61D90}" type="presParOf" srcId="{D4D237BB-C412-4352-99BC-9964F003C468}" destId="{4790D3C7-3763-4758-B25D-5A729685CCA1}" srcOrd="4" destOrd="0" presId="urn:microsoft.com/office/officeart/2018/2/layout/IconVerticalSolidList"/>
    <dgm:cxn modelId="{70A28BBA-58FF-484B-AEF3-673D6BE4B904}" type="presParOf" srcId="{4790D3C7-3763-4758-B25D-5A729685CCA1}" destId="{9BEED629-8A24-4FCE-9EB8-B12AD3B98702}" srcOrd="0" destOrd="0" presId="urn:microsoft.com/office/officeart/2018/2/layout/IconVerticalSolidList"/>
    <dgm:cxn modelId="{2A1D1D9D-3D26-4880-863D-88449B725271}" type="presParOf" srcId="{4790D3C7-3763-4758-B25D-5A729685CCA1}" destId="{079C24A8-AE1C-410B-8C98-B24B492B2767}" srcOrd="1" destOrd="0" presId="urn:microsoft.com/office/officeart/2018/2/layout/IconVerticalSolidList"/>
    <dgm:cxn modelId="{78EBD213-EE48-476D-A00E-5D27E6FC3751}" type="presParOf" srcId="{4790D3C7-3763-4758-B25D-5A729685CCA1}" destId="{EE6DE078-554B-46D8-AD4B-991D38CD4EE5}" srcOrd="2" destOrd="0" presId="urn:microsoft.com/office/officeart/2018/2/layout/IconVerticalSolidList"/>
    <dgm:cxn modelId="{FC049B79-959C-4FC3-997F-B94308F54DF0}" type="presParOf" srcId="{4790D3C7-3763-4758-B25D-5A729685CCA1}" destId="{A36D290C-0B7A-4EE2-87A5-372711D4852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5E2F0B0-592E-4932-84AA-969A51168179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B209F03-DF78-4949-8135-4820B1926FEE}">
      <dgm:prSet/>
      <dgm:spPr/>
      <dgm:t>
        <a:bodyPr/>
        <a:lstStyle/>
        <a:p>
          <a:pPr>
            <a:buNone/>
          </a:pPr>
          <a:endParaRPr lang="en-US"/>
        </a:p>
      </dgm:t>
    </dgm:pt>
    <dgm:pt modelId="{2D2B3737-F914-48DE-B707-A36836D31448}" type="parTrans" cxnId="{2503685E-E7A5-4DCC-83FA-3D0BD177FF0A}">
      <dgm:prSet/>
      <dgm:spPr/>
      <dgm:t>
        <a:bodyPr/>
        <a:lstStyle/>
        <a:p>
          <a:endParaRPr lang="en-US"/>
        </a:p>
      </dgm:t>
    </dgm:pt>
    <dgm:pt modelId="{FCA533E4-8019-48A9-B91D-AE4D6EB5B6DF}" type="sibTrans" cxnId="{2503685E-E7A5-4DCC-83FA-3D0BD177FF0A}">
      <dgm:prSet/>
      <dgm:spPr/>
      <dgm:t>
        <a:bodyPr/>
        <a:lstStyle/>
        <a:p>
          <a:endParaRPr lang="en-US"/>
        </a:p>
      </dgm:t>
    </dgm:pt>
    <dgm:pt modelId="{18295CF4-1E5D-4289-A638-5806DCC12ECF}">
      <dgm:prSet/>
      <dgm:spPr/>
      <dgm:t>
        <a:bodyPr/>
        <a:lstStyle/>
        <a:p>
          <a:pPr>
            <a:buNone/>
          </a:pPr>
          <a:r>
            <a:rPr lang="en-US"/>
            <a:t>Assignments (A0–A3)	40%</a:t>
          </a:r>
        </a:p>
      </dgm:t>
    </dgm:pt>
    <dgm:pt modelId="{60DB84DA-E328-4794-8DCB-CA654BF8B3B6}" type="parTrans" cxnId="{C0E67FE0-26F5-4A25-BF40-D332B146BCDE}">
      <dgm:prSet/>
      <dgm:spPr/>
      <dgm:t>
        <a:bodyPr/>
        <a:lstStyle/>
        <a:p>
          <a:endParaRPr lang="en-US"/>
        </a:p>
      </dgm:t>
    </dgm:pt>
    <dgm:pt modelId="{06C36D2A-5C04-4FB9-B68D-8CB19D2C192A}" type="sibTrans" cxnId="{C0E67FE0-26F5-4A25-BF40-D332B146BCDE}">
      <dgm:prSet/>
      <dgm:spPr/>
      <dgm:t>
        <a:bodyPr/>
        <a:lstStyle/>
        <a:p>
          <a:endParaRPr lang="en-US"/>
        </a:p>
      </dgm:t>
    </dgm:pt>
    <dgm:pt modelId="{12854F88-B47E-496D-8046-61ED8F510704}">
      <dgm:prSet/>
      <dgm:spPr/>
      <dgm:t>
        <a:bodyPr/>
        <a:lstStyle/>
        <a:p>
          <a:pPr>
            <a:buNone/>
          </a:pPr>
          <a:r>
            <a:rPr lang="en-US" dirty="0"/>
            <a:t>Final Project (A4)		25%</a:t>
          </a:r>
        </a:p>
      </dgm:t>
    </dgm:pt>
    <dgm:pt modelId="{C7DA447C-62A7-4363-AC43-102DCAE5191B}" type="parTrans" cxnId="{4694F973-2927-4041-BEAC-18A56DFC1E59}">
      <dgm:prSet/>
      <dgm:spPr/>
      <dgm:t>
        <a:bodyPr/>
        <a:lstStyle/>
        <a:p>
          <a:endParaRPr lang="en-US"/>
        </a:p>
      </dgm:t>
    </dgm:pt>
    <dgm:pt modelId="{BD21E15E-C029-4455-BFBB-AE22E4217359}" type="sibTrans" cxnId="{4694F973-2927-4041-BEAC-18A56DFC1E59}">
      <dgm:prSet/>
      <dgm:spPr/>
      <dgm:t>
        <a:bodyPr/>
        <a:lstStyle/>
        <a:p>
          <a:endParaRPr lang="en-US"/>
        </a:p>
      </dgm:t>
    </dgm:pt>
    <dgm:pt modelId="{D0FE6FDF-76ED-4DB7-A705-77840DFF2798}">
      <dgm:prSet/>
      <dgm:spPr/>
      <dgm:t>
        <a:bodyPr/>
        <a:lstStyle/>
        <a:p>
          <a:pPr>
            <a:buNone/>
          </a:pPr>
          <a:r>
            <a:rPr lang="en-US"/>
            <a:t>Final Exam – Interview	20%</a:t>
          </a:r>
        </a:p>
      </dgm:t>
    </dgm:pt>
    <dgm:pt modelId="{323A24F1-0CFD-497D-8BD5-E7448BD18745}" type="parTrans" cxnId="{7F3EAEDE-2342-45B6-A6AB-05AA8BC31B61}">
      <dgm:prSet/>
      <dgm:spPr/>
      <dgm:t>
        <a:bodyPr/>
        <a:lstStyle/>
        <a:p>
          <a:endParaRPr lang="en-US"/>
        </a:p>
      </dgm:t>
    </dgm:pt>
    <dgm:pt modelId="{064445AF-D3C7-4D1B-8566-5D64A3380010}" type="sibTrans" cxnId="{7F3EAEDE-2342-45B6-A6AB-05AA8BC31B61}">
      <dgm:prSet/>
      <dgm:spPr/>
      <dgm:t>
        <a:bodyPr/>
        <a:lstStyle/>
        <a:p>
          <a:endParaRPr lang="en-US"/>
        </a:p>
      </dgm:t>
    </dgm:pt>
    <dgm:pt modelId="{75447A1F-7E89-44F9-AB29-B0BD880D7916}">
      <dgm:prSet/>
      <dgm:spPr/>
      <dgm:t>
        <a:bodyPr/>
        <a:lstStyle/>
        <a:p>
          <a:pPr>
            <a:buNone/>
          </a:pPr>
          <a:r>
            <a:rPr lang="en-US"/>
            <a:t>Weekly Participation	10%</a:t>
          </a:r>
        </a:p>
      </dgm:t>
    </dgm:pt>
    <dgm:pt modelId="{D9243F9C-112A-46B3-9F42-AEB03563C858}" type="parTrans" cxnId="{C7C2EEAB-5A95-4558-A746-83E8F6BE224A}">
      <dgm:prSet/>
      <dgm:spPr/>
      <dgm:t>
        <a:bodyPr/>
        <a:lstStyle/>
        <a:p>
          <a:endParaRPr lang="en-US"/>
        </a:p>
      </dgm:t>
    </dgm:pt>
    <dgm:pt modelId="{3E6BBD2A-68A0-43A0-B1A9-792AFA2280C6}" type="sibTrans" cxnId="{C7C2EEAB-5A95-4558-A746-83E8F6BE224A}">
      <dgm:prSet/>
      <dgm:spPr/>
      <dgm:t>
        <a:bodyPr/>
        <a:lstStyle/>
        <a:p>
          <a:endParaRPr lang="en-US"/>
        </a:p>
      </dgm:t>
    </dgm:pt>
    <dgm:pt modelId="{33C03837-F284-43C3-B34C-BF22C33CCCE3}">
      <dgm:prSet/>
      <dgm:spPr/>
      <dgm:t>
        <a:bodyPr/>
        <a:lstStyle/>
        <a:p>
          <a:pPr>
            <a:buNone/>
          </a:pPr>
          <a:r>
            <a:rPr lang="en-US" dirty="0"/>
            <a:t>Midterm Exam		5%</a:t>
          </a:r>
        </a:p>
      </dgm:t>
    </dgm:pt>
    <dgm:pt modelId="{9519155D-C76B-4008-9D37-4DFC55E3B390}" type="parTrans" cxnId="{9834DDDF-D1D7-4634-954A-A7D528CAA0C2}">
      <dgm:prSet/>
      <dgm:spPr/>
      <dgm:t>
        <a:bodyPr/>
        <a:lstStyle/>
        <a:p>
          <a:endParaRPr lang="en-US"/>
        </a:p>
      </dgm:t>
    </dgm:pt>
    <dgm:pt modelId="{6D511BFC-6D63-4D54-90EE-2BE81109E4B3}" type="sibTrans" cxnId="{9834DDDF-D1D7-4634-954A-A7D528CAA0C2}">
      <dgm:prSet/>
      <dgm:spPr/>
      <dgm:t>
        <a:bodyPr/>
        <a:lstStyle/>
        <a:p>
          <a:endParaRPr lang="en-US"/>
        </a:p>
      </dgm:t>
    </dgm:pt>
    <dgm:pt modelId="{0DAC43C1-761A-492C-BCD1-6BE3EDD64B02}" type="pres">
      <dgm:prSet presAssocID="{95E2F0B0-592E-4932-84AA-969A51168179}" presName="vert0" presStyleCnt="0">
        <dgm:presLayoutVars>
          <dgm:dir/>
          <dgm:animOne val="branch"/>
          <dgm:animLvl val="lvl"/>
        </dgm:presLayoutVars>
      </dgm:prSet>
      <dgm:spPr/>
    </dgm:pt>
    <dgm:pt modelId="{3B93F095-6A7C-4D40-A5A6-EA316027C875}" type="pres">
      <dgm:prSet presAssocID="{EB209F03-DF78-4949-8135-4820B1926FEE}" presName="thickLine" presStyleLbl="alignNode1" presStyleIdx="0" presStyleCnt="6"/>
      <dgm:spPr/>
    </dgm:pt>
    <dgm:pt modelId="{ECEDC568-B244-41E9-A4EA-68F4D2B6F1AC}" type="pres">
      <dgm:prSet presAssocID="{EB209F03-DF78-4949-8135-4820B1926FEE}" presName="horz1" presStyleCnt="0"/>
      <dgm:spPr/>
    </dgm:pt>
    <dgm:pt modelId="{2190AECE-ED08-40E2-92AC-95F114799A8E}" type="pres">
      <dgm:prSet presAssocID="{EB209F03-DF78-4949-8135-4820B1926FEE}" presName="tx1" presStyleLbl="revTx" presStyleIdx="0" presStyleCnt="6"/>
      <dgm:spPr/>
    </dgm:pt>
    <dgm:pt modelId="{EE2B104B-FCB5-4D6A-9CF8-B527274C2EE9}" type="pres">
      <dgm:prSet presAssocID="{EB209F03-DF78-4949-8135-4820B1926FEE}" presName="vert1" presStyleCnt="0"/>
      <dgm:spPr/>
    </dgm:pt>
    <dgm:pt modelId="{EB047CD8-0F40-4E04-911C-CD0D48B45864}" type="pres">
      <dgm:prSet presAssocID="{18295CF4-1E5D-4289-A638-5806DCC12ECF}" presName="thickLine" presStyleLbl="alignNode1" presStyleIdx="1" presStyleCnt="6"/>
      <dgm:spPr/>
    </dgm:pt>
    <dgm:pt modelId="{652A4AF7-0C34-410B-900C-760874094630}" type="pres">
      <dgm:prSet presAssocID="{18295CF4-1E5D-4289-A638-5806DCC12ECF}" presName="horz1" presStyleCnt="0"/>
      <dgm:spPr/>
    </dgm:pt>
    <dgm:pt modelId="{061B41EC-2C01-4EE0-B1AB-B6EAEBE7CAEE}" type="pres">
      <dgm:prSet presAssocID="{18295CF4-1E5D-4289-A638-5806DCC12ECF}" presName="tx1" presStyleLbl="revTx" presStyleIdx="1" presStyleCnt="6"/>
      <dgm:spPr/>
    </dgm:pt>
    <dgm:pt modelId="{D9897CBB-39BA-4885-8EED-6923905307B6}" type="pres">
      <dgm:prSet presAssocID="{18295CF4-1E5D-4289-A638-5806DCC12ECF}" presName="vert1" presStyleCnt="0"/>
      <dgm:spPr/>
    </dgm:pt>
    <dgm:pt modelId="{EBE86B25-DF53-4F8E-9D10-89AC140C8F79}" type="pres">
      <dgm:prSet presAssocID="{12854F88-B47E-496D-8046-61ED8F510704}" presName="thickLine" presStyleLbl="alignNode1" presStyleIdx="2" presStyleCnt="6"/>
      <dgm:spPr/>
    </dgm:pt>
    <dgm:pt modelId="{06C04FD7-8D3C-41A0-8358-755C28FDE376}" type="pres">
      <dgm:prSet presAssocID="{12854F88-B47E-496D-8046-61ED8F510704}" presName="horz1" presStyleCnt="0"/>
      <dgm:spPr/>
    </dgm:pt>
    <dgm:pt modelId="{24F3D5B6-22E7-4893-8E23-E73576301127}" type="pres">
      <dgm:prSet presAssocID="{12854F88-B47E-496D-8046-61ED8F510704}" presName="tx1" presStyleLbl="revTx" presStyleIdx="2" presStyleCnt="6"/>
      <dgm:spPr/>
    </dgm:pt>
    <dgm:pt modelId="{6A9F3ACC-1119-46D4-AF95-89DCDEFEDB92}" type="pres">
      <dgm:prSet presAssocID="{12854F88-B47E-496D-8046-61ED8F510704}" presName="vert1" presStyleCnt="0"/>
      <dgm:spPr/>
    </dgm:pt>
    <dgm:pt modelId="{60996EF9-7037-4FA3-8AE2-CFD6F5DDCC7F}" type="pres">
      <dgm:prSet presAssocID="{D0FE6FDF-76ED-4DB7-A705-77840DFF2798}" presName="thickLine" presStyleLbl="alignNode1" presStyleIdx="3" presStyleCnt="6"/>
      <dgm:spPr/>
    </dgm:pt>
    <dgm:pt modelId="{7164901E-05E3-47DC-8CCB-C010C5401CB3}" type="pres">
      <dgm:prSet presAssocID="{D0FE6FDF-76ED-4DB7-A705-77840DFF2798}" presName="horz1" presStyleCnt="0"/>
      <dgm:spPr/>
    </dgm:pt>
    <dgm:pt modelId="{A65F8E93-2803-42FD-A3F5-2A36E0828ED5}" type="pres">
      <dgm:prSet presAssocID="{D0FE6FDF-76ED-4DB7-A705-77840DFF2798}" presName="tx1" presStyleLbl="revTx" presStyleIdx="3" presStyleCnt="6"/>
      <dgm:spPr/>
    </dgm:pt>
    <dgm:pt modelId="{11DB9404-2B77-4BB8-BD16-F41A1B0E73C0}" type="pres">
      <dgm:prSet presAssocID="{D0FE6FDF-76ED-4DB7-A705-77840DFF2798}" presName="vert1" presStyleCnt="0"/>
      <dgm:spPr/>
    </dgm:pt>
    <dgm:pt modelId="{67DF10BA-B20C-4E5A-8545-1FE9830084AF}" type="pres">
      <dgm:prSet presAssocID="{75447A1F-7E89-44F9-AB29-B0BD880D7916}" presName="thickLine" presStyleLbl="alignNode1" presStyleIdx="4" presStyleCnt="6"/>
      <dgm:spPr/>
    </dgm:pt>
    <dgm:pt modelId="{B84D9A13-4917-435A-9F5E-3A28ED502928}" type="pres">
      <dgm:prSet presAssocID="{75447A1F-7E89-44F9-AB29-B0BD880D7916}" presName="horz1" presStyleCnt="0"/>
      <dgm:spPr/>
    </dgm:pt>
    <dgm:pt modelId="{4F674C82-8C83-4E56-8954-4577CABD7B91}" type="pres">
      <dgm:prSet presAssocID="{75447A1F-7E89-44F9-AB29-B0BD880D7916}" presName="tx1" presStyleLbl="revTx" presStyleIdx="4" presStyleCnt="6"/>
      <dgm:spPr/>
    </dgm:pt>
    <dgm:pt modelId="{87E3C67F-FB37-4DB8-A372-78D16E0FA447}" type="pres">
      <dgm:prSet presAssocID="{75447A1F-7E89-44F9-AB29-B0BD880D7916}" presName="vert1" presStyleCnt="0"/>
      <dgm:spPr/>
    </dgm:pt>
    <dgm:pt modelId="{8B539B64-0088-452B-8762-63A1758DB69A}" type="pres">
      <dgm:prSet presAssocID="{33C03837-F284-43C3-B34C-BF22C33CCCE3}" presName="thickLine" presStyleLbl="alignNode1" presStyleIdx="5" presStyleCnt="6"/>
      <dgm:spPr/>
    </dgm:pt>
    <dgm:pt modelId="{BB91B09B-DF37-4E79-B0C7-9CC162CC185A}" type="pres">
      <dgm:prSet presAssocID="{33C03837-F284-43C3-B34C-BF22C33CCCE3}" presName="horz1" presStyleCnt="0"/>
      <dgm:spPr/>
    </dgm:pt>
    <dgm:pt modelId="{4D79E94E-3352-41C4-A5ED-AF955A3C2BA4}" type="pres">
      <dgm:prSet presAssocID="{33C03837-F284-43C3-B34C-BF22C33CCCE3}" presName="tx1" presStyleLbl="revTx" presStyleIdx="5" presStyleCnt="6"/>
      <dgm:spPr/>
    </dgm:pt>
    <dgm:pt modelId="{9C8F3F5C-764A-4420-9EAF-27294FCE6FA3}" type="pres">
      <dgm:prSet presAssocID="{33C03837-F284-43C3-B34C-BF22C33CCCE3}" presName="vert1" presStyleCnt="0"/>
      <dgm:spPr/>
    </dgm:pt>
  </dgm:ptLst>
  <dgm:cxnLst>
    <dgm:cxn modelId="{CC624224-D05A-42AE-9B4B-55F3B7C327FC}" type="presOf" srcId="{EB209F03-DF78-4949-8135-4820B1926FEE}" destId="{2190AECE-ED08-40E2-92AC-95F114799A8E}" srcOrd="0" destOrd="0" presId="urn:microsoft.com/office/officeart/2008/layout/LinedList"/>
    <dgm:cxn modelId="{5FB61125-6736-4046-85BC-7AFDD0168F42}" type="presOf" srcId="{12854F88-B47E-496D-8046-61ED8F510704}" destId="{24F3D5B6-22E7-4893-8E23-E73576301127}" srcOrd="0" destOrd="0" presId="urn:microsoft.com/office/officeart/2008/layout/LinedList"/>
    <dgm:cxn modelId="{2503685E-E7A5-4DCC-83FA-3D0BD177FF0A}" srcId="{95E2F0B0-592E-4932-84AA-969A51168179}" destId="{EB209F03-DF78-4949-8135-4820B1926FEE}" srcOrd="0" destOrd="0" parTransId="{2D2B3737-F914-48DE-B707-A36836D31448}" sibTransId="{FCA533E4-8019-48A9-B91D-AE4D6EB5B6DF}"/>
    <dgm:cxn modelId="{4694F973-2927-4041-BEAC-18A56DFC1E59}" srcId="{95E2F0B0-592E-4932-84AA-969A51168179}" destId="{12854F88-B47E-496D-8046-61ED8F510704}" srcOrd="2" destOrd="0" parTransId="{C7DA447C-62A7-4363-AC43-102DCAE5191B}" sibTransId="{BD21E15E-C029-4455-BFBB-AE22E4217359}"/>
    <dgm:cxn modelId="{6D6D0258-682D-43C1-AAC0-05F282398DB5}" type="presOf" srcId="{D0FE6FDF-76ED-4DB7-A705-77840DFF2798}" destId="{A65F8E93-2803-42FD-A3F5-2A36E0828ED5}" srcOrd="0" destOrd="0" presId="urn:microsoft.com/office/officeart/2008/layout/LinedList"/>
    <dgm:cxn modelId="{2BFADF7F-110D-4E63-9C04-C317AB494ED6}" type="presOf" srcId="{95E2F0B0-592E-4932-84AA-969A51168179}" destId="{0DAC43C1-761A-492C-BCD1-6BE3EDD64B02}" srcOrd="0" destOrd="0" presId="urn:microsoft.com/office/officeart/2008/layout/LinedList"/>
    <dgm:cxn modelId="{B63324A0-8386-4996-A001-72F204117F11}" type="presOf" srcId="{75447A1F-7E89-44F9-AB29-B0BD880D7916}" destId="{4F674C82-8C83-4E56-8954-4577CABD7B91}" srcOrd="0" destOrd="0" presId="urn:microsoft.com/office/officeart/2008/layout/LinedList"/>
    <dgm:cxn modelId="{C7C2EEAB-5A95-4558-A746-83E8F6BE224A}" srcId="{95E2F0B0-592E-4932-84AA-969A51168179}" destId="{75447A1F-7E89-44F9-AB29-B0BD880D7916}" srcOrd="4" destOrd="0" parTransId="{D9243F9C-112A-46B3-9F42-AEB03563C858}" sibTransId="{3E6BBD2A-68A0-43A0-B1A9-792AFA2280C6}"/>
    <dgm:cxn modelId="{987628C6-E674-4208-87F5-D7147528FAC6}" type="presOf" srcId="{18295CF4-1E5D-4289-A638-5806DCC12ECF}" destId="{061B41EC-2C01-4EE0-B1AB-B6EAEBE7CAEE}" srcOrd="0" destOrd="0" presId="urn:microsoft.com/office/officeart/2008/layout/LinedList"/>
    <dgm:cxn modelId="{E5A048D2-3BE8-4B89-9A33-896A5B46A152}" type="presOf" srcId="{33C03837-F284-43C3-B34C-BF22C33CCCE3}" destId="{4D79E94E-3352-41C4-A5ED-AF955A3C2BA4}" srcOrd="0" destOrd="0" presId="urn:microsoft.com/office/officeart/2008/layout/LinedList"/>
    <dgm:cxn modelId="{7F3EAEDE-2342-45B6-A6AB-05AA8BC31B61}" srcId="{95E2F0B0-592E-4932-84AA-969A51168179}" destId="{D0FE6FDF-76ED-4DB7-A705-77840DFF2798}" srcOrd="3" destOrd="0" parTransId="{323A24F1-0CFD-497D-8BD5-E7448BD18745}" sibTransId="{064445AF-D3C7-4D1B-8566-5D64A3380010}"/>
    <dgm:cxn modelId="{9834DDDF-D1D7-4634-954A-A7D528CAA0C2}" srcId="{95E2F0B0-592E-4932-84AA-969A51168179}" destId="{33C03837-F284-43C3-B34C-BF22C33CCCE3}" srcOrd="5" destOrd="0" parTransId="{9519155D-C76B-4008-9D37-4DFC55E3B390}" sibTransId="{6D511BFC-6D63-4D54-90EE-2BE81109E4B3}"/>
    <dgm:cxn modelId="{C0E67FE0-26F5-4A25-BF40-D332B146BCDE}" srcId="{95E2F0B0-592E-4932-84AA-969A51168179}" destId="{18295CF4-1E5D-4289-A638-5806DCC12ECF}" srcOrd="1" destOrd="0" parTransId="{60DB84DA-E328-4794-8DCB-CA654BF8B3B6}" sibTransId="{06C36D2A-5C04-4FB9-B68D-8CB19D2C192A}"/>
    <dgm:cxn modelId="{F6557D20-74FD-4281-BCC8-B5AF2EF4F325}" type="presParOf" srcId="{0DAC43C1-761A-492C-BCD1-6BE3EDD64B02}" destId="{3B93F095-6A7C-4D40-A5A6-EA316027C875}" srcOrd="0" destOrd="0" presId="urn:microsoft.com/office/officeart/2008/layout/LinedList"/>
    <dgm:cxn modelId="{F982B9E1-4E21-461F-9B9A-0FBECAD88EC0}" type="presParOf" srcId="{0DAC43C1-761A-492C-BCD1-6BE3EDD64B02}" destId="{ECEDC568-B244-41E9-A4EA-68F4D2B6F1AC}" srcOrd="1" destOrd="0" presId="urn:microsoft.com/office/officeart/2008/layout/LinedList"/>
    <dgm:cxn modelId="{B5ABDCFF-0A87-4158-A780-48352918AB0A}" type="presParOf" srcId="{ECEDC568-B244-41E9-A4EA-68F4D2B6F1AC}" destId="{2190AECE-ED08-40E2-92AC-95F114799A8E}" srcOrd="0" destOrd="0" presId="urn:microsoft.com/office/officeart/2008/layout/LinedList"/>
    <dgm:cxn modelId="{0883143F-77B4-4763-9CD9-692771B573B9}" type="presParOf" srcId="{ECEDC568-B244-41E9-A4EA-68F4D2B6F1AC}" destId="{EE2B104B-FCB5-4D6A-9CF8-B527274C2EE9}" srcOrd="1" destOrd="0" presId="urn:microsoft.com/office/officeart/2008/layout/LinedList"/>
    <dgm:cxn modelId="{AFD190F4-BCAA-40CA-93A7-4EB5960E34E2}" type="presParOf" srcId="{0DAC43C1-761A-492C-BCD1-6BE3EDD64B02}" destId="{EB047CD8-0F40-4E04-911C-CD0D48B45864}" srcOrd="2" destOrd="0" presId="urn:microsoft.com/office/officeart/2008/layout/LinedList"/>
    <dgm:cxn modelId="{8C969466-45D9-4F46-A171-E1273BA3CAD7}" type="presParOf" srcId="{0DAC43C1-761A-492C-BCD1-6BE3EDD64B02}" destId="{652A4AF7-0C34-410B-900C-760874094630}" srcOrd="3" destOrd="0" presId="urn:microsoft.com/office/officeart/2008/layout/LinedList"/>
    <dgm:cxn modelId="{3852CC83-489B-42D2-A383-0FCB0C7AA31F}" type="presParOf" srcId="{652A4AF7-0C34-410B-900C-760874094630}" destId="{061B41EC-2C01-4EE0-B1AB-B6EAEBE7CAEE}" srcOrd="0" destOrd="0" presId="urn:microsoft.com/office/officeart/2008/layout/LinedList"/>
    <dgm:cxn modelId="{DC28A173-C008-472F-82BA-6DA39A464911}" type="presParOf" srcId="{652A4AF7-0C34-410B-900C-760874094630}" destId="{D9897CBB-39BA-4885-8EED-6923905307B6}" srcOrd="1" destOrd="0" presId="urn:microsoft.com/office/officeart/2008/layout/LinedList"/>
    <dgm:cxn modelId="{040E6E35-8C01-41B8-832C-872E9E4AD5A8}" type="presParOf" srcId="{0DAC43C1-761A-492C-BCD1-6BE3EDD64B02}" destId="{EBE86B25-DF53-4F8E-9D10-89AC140C8F79}" srcOrd="4" destOrd="0" presId="urn:microsoft.com/office/officeart/2008/layout/LinedList"/>
    <dgm:cxn modelId="{C5E5A736-C078-4C08-BCC8-FB7414F1779D}" type="presParOf" srcId="{0DAC43C1-761A-492C-BCD1-6BE3EDD64B02}" destId="{06C04FD7-8D3C-41A0-8358-755C28FDE376}" srcOrd="5" destOrd="0" presId="urn:microsoft.com/office/officeart/2008/layout/LinedList"/>
    <dgm:cxn modelId="{87208B13-AFA7-4536-9D6A-0636B4EFF331}" type="presParOf" srcId="{06C04FD7-8D3C-41A0-8358-755C28FDE376}" destId="{24F3D5B6-22E7-4893-8E23-E73576301127}" srcOrd="0" destOrd="0" presId="urn:microsoft.com/office/officeart/2008/layout/LinedList"/>
    <dgm:cxn modelId="{4D66DC8E-2378-4C83-AFA6-12A22D2669B1}" type="presParOf" srcId="{06C04FD7-8D3C-41A0-8358-755C28FDE376}" destId="{6A9F3ACC-1119-46D4-AF95-89DCDEFEDB92}" srcOrd="1" destOrd="0" presId="urn:microsoft.com/office/officeart/2008/layout/LinedList"/>
    <dgm:cxn modelId="{DF0C6B1E-B7D7-4073-8695-5B4DCB4D41F9}" type="presParOf" srcId="{0DAC43C1-761A-492C-BCD1-6BE3EDD64B02}" destId="{60996EF9-7037-4FA3-8AE2-CFD6F5DDCC7F}" srcOrd="6" destOrd="0" presId="urn:microsoft.com/office/officeart/2008/layout/LinedList"/>
    <dgm:cxn modelId="{8F6EC986-825A-4760-A361-5E8DB9A64EDE}" type="presParOf" srcId="{0DAC43C1-761A-492C-BCD1-6BE3EDD64B02}" destId="{7164901E-05E3-47DC-8CCB-C010C5401CB3}" srcOrd="7" destOrd="0" presId="urn:microsoft.com/office/officeart/2008/layout/LinedList"/>
    <dgm:cxn modelId="{4ACD4CEE-AC33-4E96-882A-5CB78221108D}" type="presParOf" srcId="{7164901E-05E3-47DC-8CCB-C010C5401CB3}" destId="{A65F8E93-2803-42FD-A3F5-2A36E0828ED5}" srcOrd="0" destOrd="0" presId="urn:microsoft.com/office/officeart/2008/layout/LinedList"/>
    <dgm:cxn modelId="{CD91EF9F-D1E4-4671-AE14-9885248C51B0}" type="presParOf" srcId="{7164901E-05E3-47DC-8CCB-C010C5401CB3}" destId="{11DB9404-2B77-4BB8-BD16-F41A1B0E73C0}" srcOrd="1" destOrd="0" presId="urn:microsoft.com/office/officeart/2008/layout/LinedList"/>
    <dgm:cxn modelId="{7DEBA66A-607B-4064-BC48-DA815B027B52}" type="presParOf" srcId="{0DAC43C1-761A-492C-BCD1-6BE3EDD64B02}" destId="{67DF10BA-B20C-4E5A-8545-1FE9830084AF}" srcOrd="8" destOrd="0" presId="urn:microsoft.com/office/officeart/2008/layout/LinedList"/>
    <dgm:cxn modelId="{D16D09C8-0622-430C-93D5-70698D7A9368}" type="presParOf" srcId="{0DAC43C1-761A-492C-BCD1-6BE3EDD64B02}" destId="{B84D9A13-4917-435A-9F5E-3A28ED502928}" srcOrd="9" destOrd="0" presId="urn:microsoft.com/office/officeart/2008/layout/LinedList"/>
    <dgm:cxn modelId="{541E9F07-D783-43DF-B68F-EB2E85A4EBBB}" type="presParOf" srcId="{B84D9A13-4917-435A-9F5E-3A28ED502928}" destId="{4F674C82-8C83-4E56-8954-4577CABD7B91}" srcOrd="0" destOrd="0" presId="urn:microsoft.com/office/officeart/2008/layout/LinedList"/>
    <dgm:cxn modelId="{B5A6B8F5-3E6B-4271-A46F-7FD3064FE66D}" type="presParOf" srcId="{B84D9A13-4917-435A-9F5E-3A28ED502928}" destId="{87E3C67F-FB37-4DB8-A372-78D16E0FA447}" srcOrd="1" destOrd="0" presId="urn:microsoft.com/office/officeart/2008/layout/LinedList"/>
    <dgm:cxn modelId="{480A51E5-BED1-44DB-872D-7B6E3EEB9E1B}" type="presParOf" srcId="{0DAC43C1-761A-492C-BCD1-6BE3EDD64B02}" destId="{8B539B64-0088-452B-8762-63A1758DB69A}" srcOrd="10" destOrd="0" presId="urn:microsoft.com/office/officeart/2008/layout/LinedList"/>
    <dgm:cxn modelId="{0345FC93-57CE-499A-B7B9-A3F0BB572741}" type="presParOf" srcId="{0DAC43C1-761A-492C-BCD1-6BE3EDD64B02}" destId="{BB91B09B-DF37-4E79-B0C7-9CC162CC185A}" srcOrd="11" destOrd="0" presId="urn:microsoft.com/office/officeart/2008/layout/LinedList"/>
    <dgm:cxn modelId="{7210402D-4480-4056-BB40-7752077B5A3C}" type="presParOf" srcId="{BB91B09B-DF37-4E79-B0C7-9CC162CC185A}" destId="{4D79E94E-3352-41C4-A5ED-AF955A3C2BA4}" srcOrd="0" destOrd="0" presId="urn:microsoft.com/office/officeart/2008/layout/LinedList"/>
    <dgm:cxn modelId="{762615DF-CA8D-4D65-A36E-9449DCF61366}" type="presParOf" srcId="{BB91B09B-DF37-4E79-B0C7-9CC162CC185A}" destId="{9C8F3F5C-764A-4420-9EAF-27294FCE6FA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9A923DC-3C26-4830-9DD7-02D0613059B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BE8546E-066A-4001-8BA4-BF9686BFD4AE}">
      <dgm:prSet/>
      <dgm:spPr/>
      <dgm:t>
        <a:bodyPr/>
        <a:lstStyle/>
        <a:p>
          <a:r>
            <a:rPr lang="en-US"/>
            <a:t>Brightspace will be used for submitting assignments.</a:t>
          </a:r>
        </a:p>
      </dgm:t>
    </dgm:pt>
    <dgm:pt modelId="{A1565B76-43DA-4887-81C1-BA23FCAB67BD}" type="parTrans" cxnId="{B21C6E88-9C9C-4B35-AE91-3A28B4C4F212}">
      <dgm:prSet/>
      <dgm:spPr/>
      <dgm:t>
        <a:bodyPr/>
        <a:lstStyle/>
        <a:p>
          <a:endParaRPr lang="en-US"/>
        </a:p>
      </dgm:t>
    </dgm:pt>
    <dgm:pt modelId="{1BFCD8A8-746A-4BD4-A649-56904573A7EA}" type="sibTrans" cxnId="{B21C6E88-9C9C-4B35-AE91-3A28B4C4F212}">
      <dgm:prSet/>
      <dgm:spPr/>
      <dgm:t>
        <a:bodyPr/>
        <a:lstStyle/>
        <a:p>
          <a:endParaRPr lang="en-US"/>
        </a:p>
      </dgm:t>
    </dgm:pt>
    <dgm:pt modelId="{350B6B9B-CF57-4F6E-A2EB-F28993A2D72D}">
      <dgm:prSet/>
      <dgm:spPr/>
      <dgm:t>
        <a:bodyPr/>
        <a:lstStyle/>
        <a:p>
          <a:r>
            <a:rPr lang="en-US" dirty="0"/>
            <a:t>Add the repo link as the text to be submitted.</a:t>
          </a:r>
        </a:p>
      </dgm:t>
    </dgm:pt>
    <dgm:pt modelId="{B464E7C6-4494-48EB-B8F9-ADD330CF1F59}" type="parTrans" cxnId="{A073F548-99F4-49F2-9817-CAAD0392291D}">
      <dgm:prSet/>
      <dgm:spPr/>
      <dgm:t>
        <a:bodyPr/>
        <a:lstStyle/>
        <a:p>
          <a:endParaRPr lang="en-US"/>
        </a:p>
      </dgm:t>
    </dgm:pt>
    <dgm:pt modelId="{2EE84ED8-B4F6-4B72-803E-B943A8D4E292}" type="sibTrans" cxnId="{A073F548-99F4-49F2-9817-CAAD0392291D}">
      <dgm:prSet/>
      <dgm:spPr/>
      <dgm:t>
        <a:bodyPr/>
        <a:lstStyle/>
        <a:p>
          <a:endParaRPr lang="en-US"/>
        </a:p>
      </dgm:t>
    </dgm:pt>
    <dgm:pt modelId="{C1F5959B-FE5C-4019-B82C-B565B044CBC4}">
      <dgm:prSet/>
      <dgm:spPr/>
      <dgm:t>
        <a:bodyPr/>
        <a:lstStyle/>
        <a:p>
          <a:r>
            <a:rPr lang="en-US" dirty="0"/>
            <a:t>Make sure </a:t>
          </a:r>
          <a:r>
            <a:rPr lang="en-US" dirty="0" err="1"/>
            <a:t>madajaju</a:t>
          </a:r>
          <a:r>
            <a:rPr lang="en-US" dirty="0"/>
            <a:t> is a viewer of your project in </a:t>
          </a:r>
          <a:r>
            <a:rPr lang="en-US" dirty="0" err="1"/>
            <a:t>gitlab</a:t>
          </a:r>
          <a:r>
            <a:rPr lang="en-US" dirty="0"/>
            <a:t>.</a:t>
          </a:r>
        </a:p>
      </dgm:t>
    </dgm:pt>
    <dgm:pt modelId="{6AAD997A-E90C-4CA4-8B7D-789DDEFED430}" type="parTrans" cxnId="{8FB5C9A2-CBBF-489E-9CA5-7F5D3C7D9EC0}">
      <dgm:prSet/>
      <dgm:spPr/>
      <dgm:t>
        <a:bodyPr/>
        <a:lstStyle/>
        <a:p>
          <a:endParaRPr lang="en-US"/>
        </a:p>
      </dgm:t>
    </dgm:pt>
    <dgm:pt modelId="{5EA182C4-DE61-4D52-9467-EEFCFC555964}" type="sibTrans" cxnId="{8FB5C9A2-CBBF-489E-9CA5-7F5D3C7D9EC0}">
      <dgm:prSet/>
      <dgm:spPr/>
      <dgm:t>
        <a:bodyPr/>
        <a:lstStyle/>
        <a:p>
          <a:endParaRPr lang="en-US"/>
        </a:p>
      </dgm:t>
    </dgm:pt>
    <dgm:pt modelId="{C9713149-1881-400C-954F-F647E6D3CE47}">
      <dgm:prSet/>
      <dgm:spPr/>
      <dgm:t>
        <a:bodyPr/>
        <a:lstStyle/>
        <a:p>
          <a:r>
            <a:rPr lang="en-US"/>
            <a:t>No late assignments.</a:t>
          </a:r>
        </a:p>
      </dgm:t>
    </dgm:pt>
    <dgm:pt modelId="{9C66A64A-FFE9-42BF-9B4D-A6DBC3B062D4}" type="parTrans" cxnId="{F0D17C99-B4B7-41FE-82A4-08280712A0AE}">
      <dgm:prSet/>
      <dgm:spPr/>
      <dgm:t>
        <a:bodyPr/>
        <a:lstStyle/>
        <a:p>
          <a:endParaRPr lang="en-US"/>
        </a:p>
      </dgm:t>
    </dgm:pt>
    <dgm:pt modelId="{785F4A8E-22A9-440E-90C0-7526A78BAEEF}" type="sibTrans" cxnId="{F0D17C99-B4B7-41FE-82A4-08280712A0AE}">
      <dgm:prSet/>
      <dgm:spPr/>
      <dgm:t>
        <a:bodyPr/>
        <a:lstStyle/>
        <a:p>
          <a:endParaRPr lang="en-US"/>
        </a:p>
      </dgm:t>
    </dgm:pt>
    <dgm:pt modelId="{5D6CC989-6907-48CD-B7DF-F09F33515A38}">
      <dgm:prSet/>
      <dgm:spPr/>
      <dgm:t>
        <a:bodyPr/>
        <a:lstStyle/>
        <a:p>
          <a:r>
            <a:rPr lang="en-US" dirty="0"/>
            <a:t>Evaluations of assignments will be in Brightspace.</a:t>
          </a:r>
        </a:p>
      </dgm:t>
    </dgm:pt>
    <dgm:pt modelId="{51391E50-3A5C-4B8C-A5A1-1E986489B867}" type="parTrans" cxnId="{C14B38A2-7E61-4FED-93D1-F85E46A4E49C}">
      <dgm:prSet/>
      <dgm:spPr/>
      <dgm:t>
        <a:bodyPr/>
        <a:lstStyle/>
        <a:p>
          <a:endParaRPr lang="en-US"/>
        </a:p>
      </dgm:t>
    </dgm:pt>
    <dgm:pt modelId="{856FF172-C9A2-4485-B3B8-269096D1A4BD}" type="sibTrans" cxnId="{C14B38A2-7E61-4FED-93D1-F85E46A4E49C}">
      <dgm:prSet/>
      <dgm:spPr/>
      <dgm:t>
        <a:bodyPr/>
        <a:lstStyle/>
        <a:p>
          <a:endParaRPr lang="en-US"/>
        </a:p>
      </dgm:t>
    </dgm:pt>
    <dgm:pt modelId="{D0ADD16A-C13D-4CCB-BBB0-DEFDFF6E1D32}" type="pres">
      <dgm:prSet presAssocID="{69A923DC-3C26-4830-9DD7-02D0613059BB}" presName="root" presStyleCnt="0">
        <dgm:presLayoutVars>
          <dgm:dir/>
          <dgm:resizeHandles val="exact"/>
        </dgm:presLayoutVars>
      </dgm:prSet>
      <dgm:spPr/>
    </dgm:pt>
    <dgm:pt modelId="{7678DEBA-B1A1-4C06-AD5A-891E7F425E6D}" type="pres">
      <dgm:prSet presAssocID="{8BE8546E-066A-4001-8BA4-BF9686BFD4AE}" presName="compNode" presStyleCnt="0"/>
      <dgm:spPr/>
    </dgm:pt>
    <dgm:pt modelId="{2384552E-16CD-46B6-A981-61EB4CD5CDB9}" type="pres">
      <dgm:prSet presAssocID="{8BE8546E-066A-4001-8BA4-BF9686BFD4AE}" presName="bgRect" presStyleLbl="bgShp" presStyleIdx="0" presStyleCnt="5"/>
      <dgm:spPr/>
    </dgm:pt>
    <dgm:pt modelId="{51860EAA-EC7B-4ECF-ACF1-9883F0757821}" type="pres">
      <dgm:prSet presAssocID="{8BE8546E-066A-4001-8BA4-BF9686BFD4A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953739F-C208-4649-AD58-E5D1F07BB4D2}" type="pres">
      <dgm:prSet presAssocID="{8BE8546E-066A-4001-8BA4-BF9686BFD4AE}" presName="spaceRect" presStyleCnt="0"/>
      <dgm:spPr/>
    </dgm:pt>
    <dgm:pt modelId="{6F549E01-3FFF-41ED-ABB5-69466EA94EB8}" type="pres">
      <dgm:prSet presAssocID="{8BE8546E-066A-4001-8BA4-BF9686BFD4AE}" presName="parTx" presStyleLbl="revTx" presStyleIdx="0" presStyleCnt="5">
        <dgm:presLayoutVars>
          <dgm:chMax val="0"/>
          <dgm:chPref val="0"/>
        </dgm:presLayoutVars>
      </dgm:prSet>
      <dgm:spPr/>
    </dgm:pt>
    <dgm:pt modelId="{887C2628-7235-4B04-BF56-6F041AB5BB03}" type="pres">
      <dgm:prSet presAssocID="{1BFCD8A8-746A-4BD4-A649-56904573A7EA}" presName="sibTrans" presStyleCnt="0"/>
      <dgm:spPr/>
    </dgm:pt>
    <dgm:pt modelId="{4B672C61-A456-4682-BBAA-238937BC7BFC}" type="pres">
      <dgm:prSet presAssocID="{350B6B9B-CF57-4F6E-A2EB-F28993A2D72D}" presName="compNode" presStyleCnt="0"/>
      <dgm:spPr/>
    </dgm:pt>
    <dgm:pt modelId="{8C1568AE-2791-4AA2-A363-9A982B8A0982}" type="pres">
      <dgm:prSet presAssocID="{350B6B9B-CF57-4F6E-A2EB-F28993A2D72D}" presName="bgRect" presStyleLbl="bgShp" presStyleIdx="1" presStyleCnt="5"/>
      <dgm:spPr/>
    </dgm:pt>
    <dgm:pt modelId="{993BBD19-87BE-4E6E-A48A-CA13C66F0653}" type="pres">
      <dgm:prSet presAssocID="{350B6B9B-CF57-4F6E-A2EB-F28993A2D72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6AE5F7C5-EF14-4D57-A989-7CFB504694D7}" type="pres">
      <dgm:prSet presAssocID="{350B6B9B-CF57-4F6E-A2EB-F28993A2D72D}" presName="spaceRect" presStyleCnt="0"/>
      <dgm:spPr/>
    </dgm:pt>
    <dgm:pt modelId="{CAC43E72-6302-4D8E-9633-AB97E868FA10}" type="pres">
      <dgm:prSet presAssocID="{350B6B9B-CF57-4F6E-A2EB-F28993A2D72D}" presName="parTx" presStyleLbl="revTx" presStyleIdx="1" presStyleCnt="5">
        <dgm:presLayoutVars>
          <dgm:chMax val="0"/>
          <dgm:chPref val="0"/>
        </dgm:presLayoutVars>
      </dgm:prSet>
      <dgm:spPr/>
    </dgm:pt>
    <dgm:pt modelId="{3C250B5F-BBCB-482E-B98F-48613A4562ED}" type="pres">
      <dgm:prSet presAssocID="{2EE84ED8-B4F6-4B72-803E-B943A8D4E292}" presName="sibTrans" presStyleCnt="0"/>
      <dgm:spPr/>
    </dgm:pt>
    <dgm:pt modelId="{87A6553F-FBEA-48A8-A021-AF481EDEC91B}" type="pres">
      <dgm:prSet presAssocID="{C1F5959B-FE5C-4019-B82C-B565B044CBC4}" presName="compNode" presStyleCnt="0"/>
      <dgm:spPr/>
    </dgm:pt>
    <dgm:pt modelId="{9AACDD66-2478-4D9F-8805-C2EF5054AEFA}" type="pres">
      <dgm:prSet presAssocID="{C1F5959B-FE5C-4019-B82C-B565B044CBC4}" presName="bgRect" presStyleLbl="bgShp" presStyleIdx="2" presStyleCnt="5"/>
      <dgm:spPr/>
    </dgm:pt>
    <dgm:pt modelId="{795B985A-99B5-4445-8E31-1993BB095CA6}" type="pres">
      <dgm:prSet presAssocID="{C1F5959B-FE5C-4019-B82C-B565B044CBC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CF24AC7-0000-4E62-9C4A-3FECB2467EAD}" type="pres">
      <dgm:prSet presAssocID="{C1F5959B-FE5C-4019-B82C-B565B044CBC4}" presName="spaceRect" presStyleCnt="0"/>
      <dgm:spPr/>
    </dgm:pt>
    <dgm:pt modelId="{2D7C942A-012A-4C7F-8DCB-F7620BDE0BEB}" type="pres">
      <dgm:prSet presAssocID="{C1F5959B-FE5C-4019-B82C-B565B044CBC4}" presName="parTx" presStyleLbl="revTx" presStyleIdx="2" presStyleCnt="5">
        <dgm:presLayoutVars>
          <dgm:chMax val="0"/>
          <dgm:chPref val="0"/>
        </dgm:presLayoutVars>
      </dgm:prSet>
      <dgm:spPr/>
    </dgm:pt>
    <dgm:pt modelId="{101E8D14-EA43-45BC-8E11-55CF1D8E2D82}" type="pres">
      <dgm:prSet presAssocID="{5EA182C4-DE61-4D52-9467-EEFCFC555964}" presName="sibTrans" presStyleCnt="0"/>
      <dgm:spPr/>
    </dgm:pt>
    <dgm:pt modelId="{2C478A68-8CFD-4E6E-95D3-6F4F6259A32D}" type="pres">
      <dgm:prSet presAssocID="{C9713149-1881-400C-954F-F647E6D3CE47}" presName="compNode" presStyleCnt="0"/>
      <dgm:spPr/>
    </dgm:pt>
    <dgm:pt modelId="{FE4EEF15-5DF6-41F2-9365-1BDA47FF344A}" type="pres">
      <dgm:prSet presAssocID="{C9713149-1881-400C-954F-F647E6D3CE47}" presName="bgRect" presStyleLbl="bgShp" presStyleIdx="3" presStyleCnt="5"/>
      <dgm:spPr/>
    </dgm:pt>
    <dgm:pt modelId="{A57A3C3C-809E-4ABF-B54A-EBA6F8512B58}" type="pres">
      <dgm:prSet presAssocID="{C9713149-1881-400C-954F-F647E6D3CE4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F5BA772A-8D8C-4D8E-A55A-64EEE74E41F8}" type="pres">
      <dgm:prSet presAssocID="{C9713149-1881-400C-954F-F647E6D3CE47}" presName="spaceRect" presStyleCnt="0"/>
      <dgm:spPr/>
    </dgm:pt>
    <dgm:pt modelId="{410127B6-B7DD-4443-8ADA-415F335D6A00}" type="pres">
      <dgm:prSet presAssocID="{C9713149-1881-400C-954F-F647E6D3CE47}" presName="parTx" presStyleLbl="revTx" presStyleIdx="3" presStyleCnt="5">
        <dgm:presLayoutVars>
          <dgm:chMax val="0"/>
          <dgm:chPref val="0"/>
        </dgm:presLayoutVars>
      </dgm:prSet>
      <dgm:spPr/>
    </dgm:pt>
    <dgm:pt modelId="{9A7F9E08-E631-4DBA-9A74-4491101F990A}" type="pres">
      <dgm:prSet presAssocID="{785F4A8E-22A9-440E-90C0-7526A78BAEEF}" presName="sibTrans" presStyleCnt="0"/>
      <dgm:spPr/>
    </dgm:pt>
    <dgm:pt modelId="{78395FCC-8CF0-4B6C-8C42-416AEE3D8B90}" type="pres">
      <dgm:prSet presAssocID="{5D6CC989-6907-48CD-B7DF-F09F33515A38}" presName="compNode" presStyleCnt="0"/>
      <dgm:spPr/>
    </dgm:pt>
    <dgm:pt modelId="{B5D728EE-E358-4763-8AD8-760FEC072E66}" type="pres">
      <dgm:prSet presAssocID="{5D6CC989-6907-48CD-B7DF-F09F33515A38}" presName="bgRect" presStyleLbl="bgShp" presStyleIdx="4" presStyleCnt="5"/>
      <dgm:spPr/>
    </dgm:pt>
    <dgm:pt modelId="{CFE8DC00-F425-408B-B273-130EB9D50B4F}" type="pres">
      <dgm:prSet presAssocID="{5D6CC989-6907-48CD-B7DF-F09F33515A3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7B29E564-2099-4EB1-A8B2-D1506F18694E}" type="pres">
      <dgm:prSet presAssocID="{5D6CC989-6907-48CD-B7DF-F09F33515A38}" presName="spaceRect" presStyleCnt="0"/>
      <dgm:spPr/>
    </dgm:pt>
    <dgm:pt modelId="{6D9BAF58-3196-4402-87BC-11D33B23B2C3}" type="pres">
      <dgm:prSet presAssocID="{5D6CC989-6907-48CD-B7DF-F09F33515A3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DCE0D45-8FA8-467B-B111-C95D92C113BC}" type="presOf" srcId="{8BE8546E-066A-4001-8BA4-BF9686BFD4AE}" destId="{6F549E01-3FFF-41ED-ABB5-69466EA94EB8}" srcOrd="0" destOrd="0" presId="urn:microsoft.com/office/officeart/2018/2/layout/IconVerticalSolidList"/>
    <dgm:cxn modelId="{A073F548-99F4-49F2-9817-CAAD0392291D}" srcId="{69A923DC-3C26-4830-9DD7-02D0613059BB}" destId="{350B6B9B-CF57-4F6E-A2EB-F28993A2D72D}" srcOrd="1" destOrd="0" parTransId="{B464E7C6-4494-48EB-B8F9-ADD330CF1F59}" sibTransId="{2EE84ED8-B4F6-4B72-803E-B943A8D4E292}"/>
    <dgm:cxn modelId="{712E356F-4D87-4E71-B341-44C7A78BC847}" type="presOf" srcId="{69A923DC-3C26-4830-9DD7-02D0613059BB}" destId="{D0ADD16A-C13D-4CCB-BBB0-DEFDFF6E1D32}" srcOrd="0" destOrd="0" presId="urn:microsoft.com/office/officeart/2018/2/layout/IconVerticalSolidList"/>
    <dgm:cxn modelId="{B21C6E88-9C9C-4B35-AE91-3A28B4C4F212}" srcId="{69A923DC-3C26-4830-9DD7-02D0613059BB}" destId="{8BE8546E-066A-4001-8BA4-BF9686BFD4AE}" srcOrd="0" destOrd="0" parTransId="{A1565B76-43DA-4887-81C1-BA23FCAB67BD}" sibTransId="{1BFCD8A8-746A-4BD4-A649-56904573A7EA}"/>
    <dgm:cxn modelId="{51D0DE8B-8DAF-43E0-A54B-B4E986DCF89D}" type="presOf" srcId="{350B6B9B-CF57-4F6E-A2EB-F28993A2D72D}" destId="{CAC43E72-6302-4D8E-9633-AB97E868FA10}" srcOrd="0" destOrd="0" presId="urn:microsoft.com/office/officeart/2018/2/layout/IconVerticalSolidList"/>
    <dgm:cxn modelId="{F0D17C99-B4B7-41FE-82A4-08280712A0AE}" srcId="{69A923DC-3C26-4830-9DD7-02D0613059BB}" destId="{C9713149-1881-400C-954F-F647E6D3CE47}" srcOrd="3" destOrd="0" parTransId="{9C66A64A-FFE9-42BF-9B4D-A6DBC3B062D4}" sibTransId="{785F4A8E-22A9-440E-90C0-7526A78BAEEF}"/>
    <dgm:cxn modelId="{C14B38A2-7E61-4FED-93D1-F85E46A4E49C}" srcId="{69A923DC-3C26-4830-9DD7-02D0613059BB}" destId="{5D6CC989-6907-48CD-B7DF-F09F33515A38}" srcOrd="4" destOrd="0" parTransId="{51391E50-3A5C-4B8C-A5A1-1E986489B867}" sibTransId="{856FF172-C9A2-4485-B3B8-269096D1A4BD}"/>
    <dgm:cxn modelId="{8FB5C9A2-CBBF-489E-9CA5-7F5D3C7D9EC0}" srcId="{69A923DC-3C26-4830-9DD7-02D0613059BB}" destId="{C1F5959B-FE5C-4019-B82C-B565B044CBC4}" srcOrd="2" destOrd="0" parTransId="{6AAD997A-E90C-4CA4-8B7D-789DDEFED430}" sibTransId="{5EA182C4-DE61-4D52-9467-EEFCFC555964}"/>
    <dgm:cxn modelId="{6B8B1AD3-6482-4CEE-A8AF-1D93FC35EA22}" type="presOf" srcId="{C9713149-1881-400C-954F-F647E6D3CE47}" destId="{410127B6-B7DD-4443-8ADA-415F335D6A00}" srcOrd="0" destOrd="0" presId="urn:microsoft.com/office/officeart/2018/2/layout/IconVerticalSolidList"/>
    <dgm:cxn modelId="{17A448D4-8205-42D1-ADBC-329B33636AE8}" type="presOf" srcId="{C1F5959B-FE5C-4019-B82C-B565B044CBC4}" destId="{2D7C942A-012A-4C7F-8DCB-F7620BDE0BEB}" srcOrd="0" destOrd="0" presId="urn:microsoft.com/office/officeart/2018/2/layout/IconVerticalSolidList"/>
    <dgm:cxn modelId="{93CCADF7-FE14-4969-BF58-F68B97E17A8C}" type="presOf" srcId="{5D6CC989-6907-48CD-B7DF-F09F33515A38}" destId="{6D9BAF58-3196-4402-87BC-11D33B23B2C3}" srcOrd="0" destOrd="0" presId="urn:microsoft.com/office/officeart/2018/2/layout/IconVerticalSolidList"/>
    <dgm:cxn modelId="{605C0FCD-61AB-43D8-A75E-FEC697C877B2}" type="presParOf" srcId="{D0ADD16A-C13D-4CCB-BBB0-DEFDFF6E1D32}" destId="{7678DEBA-B1A1-4C06-AD5A-891E7F425E6D}" srcOrd="0" destOrd="0" presId="urn:microsoft.com/office/officeart/2018/2/layout/IconVerticalSolidList"/>
    <dgm:cxn modelId="{FBDD64B1-6C8E-435F-8928-E233DC8CA6BA}" type="presParOf" srcId="{7678DEBA-B1A1-4C06-AD5A-891E7F425E6D}" destId="{2384552E-16CD-46B6-A981-61EB4CD5CDB9}" srcOrd="0" destOrd="0" presId="urn:microsoft.com/office/officeart/2018/2/layout/IconVerticalSolidList"/>
    <dgm:cxn modelId="{54570446-3BFB-4671-877C-AD429B5BAA18}" type="presParOf" srcId="{7678DEBA-B1A1-4C06-AD5A-891E7F425E6D}" destId="{51860EAA-EC7B-4ECF-ACF1-9883F0757821}" srcOrd="1" destOrd="0" presId="urn:microsoft.com/office/officeart/2018/2/layout/IconVerticalSolidList"/>
    <dgm:cxn modelId="{7543D20A-606F-4E4B-B39C-990997951A82}" type="presParOf" srcId="{7678DEBA-B1A1-4C06-AD5A-891E7F425E6D}" destId="{E953739F-C208-4649-AD58-E5D1F07BB4D2}" srcOrd="2" destOrd="0" presId="urn:microsoft.com/office/officeart/2018/2/layout/IconVerticalSolidList"/>
    <dgm:cxn modelId="{FC127A31-97D2-4569-A3E6-F7ADE43539C3}" type="presParOf" srcId="{7678DEBA-B1A1-4C06-AD5A-891E7F425E6D}" destId="{6F549E01-3FFF-41ED-ABB5-69466EA94EB8}" srcOrd="3" destOrd="0" presId="urn:microsoft.com/office/officeart/2018/2/layout/IconVerticalSolidList"/>
    <dgm:cxn modelId="{5714D2D2-8D4C-4671-ABAD-632D6B2890D5}" type="presParOf" srcId="{D0ADD16A-C13D-4CCB-BBB0-DEFDFF6E1D32}" destId="{887C2628-7235-4B04-BF56-6F041AB5BB03}" srcOrd="1" destOrd="0" presId="urn:microsoft.com/office/officeart/2018/2/layout/IconVerticalSolidList"/>
    <dgm:cxn modelId="{8C9C5073-20BD-4CB4-8F7F-DD9AC79B741E}" type="presParOf" srcId="{D0ADD16A-C13D-4CCB-BBB0-DEFDFF6E1D32}" destId="{4B672C61-A456-4682-BBAA-238937BC7BFC}" srcOrd="2" destOrd="0" presId="urn:microsoft.com/office/officeart/2018/2/layout/IconVerticalSolidList"/>
    <dgm:cxn modelId="{306F6D7E-21CB-43BF-8271-7E62DB5F3089}" type="presParOf" srcId="{4B672C61-A456-4682-BBAA-238937BC7BFC}" destId="{8C1568AE-2791-4AA2-A363-9A982B8A0982}" srcOrd="0" destOrd="0" presId="urn:microsoft.com/office/officeart/2018/2/layout/IconVerticalSolidList"/>
    <dgm:cxn modelId="{D4E0F1E5-291A-4575-8913-9870434BD710}" type="presParOf" srcId="{4B672C61-A456-4682-BBAA-238937BC7BFC}" destId="{993BBD19-87BE-4E6E-A48A-CA13C66F0653}" srcOrd="1" destOrd="0" presId="urn:microsoft.com/office/officeart/2018/2/layout/IconVerticalSolidList"/>
    <dgm:cxn modelId="{7479DD2E-2BCE-4157-9CF1-CBC436B6AA70}" type="presParOf" srcId="{4B672C61-A456-4682-BBAA-238937BC7BFC}" destId="{6AE5F7C5-EF14-4D57-A989-7CFB504694D7}" srcOrd="2" destOrd="0" presId="urn:microsoft.com/office/officeart/2018/2/layout/IconVerticalSolidList"/>
    <dgm:cxn modelId="{3043FB1A-4AB3-42E6-A9B4-9ECFCC26A06B}" type="presParOf" srcId="{4B672C61-A456-4682-BBAA-238937BC7BFC}" destId="{CAC43E72-6302-4D8E-9633-AB97E868FA10}" srcOrd="3" destOrd="0" presId="urn:microsoft.com/office/officeart/2018/2/layout/IconVerticalSolidList"/>
    <dgm:cxn modelId="{2B9360B7-E15A-4B8B-A9EA-03A12DF67494}" type="presParOf" srcId="{D0ADD16A-C13D-4CCB-BBB0-DEFDFF6E1D32}" destId="{3C250B5F-BBCB-482E-B98F-48613A4562ED}" srcOrd="3" destOrd="0" presId="urn:microsoft.com/office/officeart/2018/2/layout/IconVerticalSolidList"/>
    <dgm:cxn modelId="{1FD7F0C4-4982-4ED7-92F2-D6EFAB6FFD2C}" type="presParOf" srcId="{D0ADD16A-C13D-4CCB-BBB0-DEFDFF6E1D32}" destId="{87A6553F-FBEA-48A8-A021-AF481EDEC91B}" srcOrd="4" destOrd="0" presId="urn:microsoft.com/office/officeart/2018/2/layout/IconVerticalSolidList"/>
    <dgm:cxn modelId="{CA2F3754-4B0F-40F4-B6F8-1DE47E809700}" type="presParOf" srcId="{87A6553F-FBEA-48A8-A021-AF481EDEC91B}" destId="{9AACDD66-2478-4D9F-8805-C2EF5054AEFA}" srcOrd="0" destOrd="0" presId="urn:microsoft.com/office/officeart/2018/2/layout/IconVerticalSolidList"/>
    <dgm:cxn modelId="{0FC90622-4E4D-4129-9781-008084B21F2D}" type="presParOf" srcId="{87A6553F-FBEA-48A8-A021-AF481EDEC91B}" destId="{795B985A-99B5-4445-8E31-1993BB095CA6}" srcOrd="1" destOrd="0" presId="urn:microsoft.com/office/officeart/2018/2/layout/IconVerticalSolidList"/>
    <dgm:cxn modelId="{CB9C11C3-E089-4F27-BA5F-E7718E289F17}" type="presParOf" srcId="{87A6553F-FBEA-48A8-A021-AF481EDEC91B}" destId="{ECF24AC7-0000-4E62-9C4A-3FECB2467EAD}" srcOrd="2" destOrd="0" presId="urn:microsoft.com/office/officeart/2018/2/layout/IconVerticalSolidList"/>
    <dgm:cxn modelId="{F9F20983-2E6D-44BD-8F91-FFA909188AF9}" type="presParOf" srcId="{87A6553F-FBEA-48A8-A021-AF481EDEC91B}" destId="{2D7C942A-012A-4C7F-8DCB-F7620BDE0BEB}" srcOrd="3" destOrd="0" presId="urn:microsoft.com/office/officeart/2018/2/layout/IconVerticalSolidList"/>
    <dgm:cxn modelId="{89A98A91-D4FC-4E9E-A817-A9BDC5CDDFBA}" type="presParOf" srcId="{D0ADD16A-C13D-4CCB-BBB0-DEFDFF6E1D32}" destId="{101E8D14-EA43-45BC-8E11-55CF1D8E2D82}" srcOrd="5" destOrd="0" presId="urn:microsoft.com/office/officeart/2018/2/layout/IconVerticalSolidList"/>
    <dgm:cxn modelId="{72C3DE18-ED6D-4323-9A44-7F3352BC6761}" type="presParOf" srcId="{D0ADD16A-C13D-4CCB-BBB0-DEFDFF6E1D32}" destId="{2C478A68-8CFD-4E6E-95D3-6F4F6259A32D}" srcOrd="6" destOrd="0" presId="urn:microsoft.com/office/officeart/2018/2/layout/IconVerticalSolidList"/>
    <dgm:cxn modelId="{9E292944-49B5-428F-A582-A33AE1E85A9B}" type="presParOf" srcId="{2C478A68-8CFD-4E6E-95D3-6F4F6259A32D}" destId="{FE4EEF15-5DF6-41F2-9365-1BDA47FF344A}" srcOrd="0" destOrd="0" presId="urn:microsoft.com/office/officeart/2018/2/layout/IconVerticalSolidList"/>
    <dgm:cxn modelId="{C5F48D39-5B4B-4743-853D-45CB8DC69B9C}" type="presParOf" srcId="{2C478A68-8CFD-4E6E-95D3-6F4F6259A32D}" destId="{A57A3C3C-809E-4ABF-B54A-EBA6F8512B58}" srcOrd="1" destOrd="0" presId="urn:microsoft.com/office/officeart/2018/2/layout/IconVerticalSolidList"/>
    <dgm:cxn modelId="{6846ED2A-4ACF-4744-9C8E-0EBBD8C7DB7F}" type="presParOf" srcId="{2C478A68-8CFD-4E6E-95D3-6F4F6259A32D}" destId="{F5BA772A-8D8C-4D8E-A55A-64EEE74E41F8}" srcOrd="2" destOrd="0" presId="urn:microsoft.com/office/officeart/2018/2/layout/IconVerticalSolidList"/>
    <dgm:cxn modelId="{948D4F59-D7B2-42A1-A5DA-CEB700388635}" type="presParOf" srcId="{2C478A68-8CFD-4E6E-95D3-6F4F6259A32D}" destId="{410127B6-B7DD-4443-8ADA-415F335D6A00}" srcOrd="3" destOrd="0" presId="urn:microsoft.com/office/officeart/2018/2/layout/IconVerticalSolidList"/>
    <dgm:cxn modelId="{94C27F13-1369-4CB8-A06E-30FF9123B0A9}" type="presParOf" srcId="{D0ADD16A-C13D-4CCB-BBB0-DEFDFF6E1D32}" destId="{9A7F9E08-E631-4DBA-9A74-4491101F990A}" srcOrd="7" destOrd="0" presId="urn:microsoft.com/office/officeart/2018/2/layout/IconVerticalSolidList"/>
    <dgm:cxn modelId="{9B98C70C-41EB-4FF8-813F-671B07A4BC45}" type="presParOf" srcId="{D0ADD16A-C13D-4CCB-BBB0-DEFDFF6E1D32}" destId="{78395FCC-8CF0-4B6C-8C42-416AEE3D8B90}" srcOrd="8" destOrd="0" presId="urn:microsoft.com/office/officeart/2018/2/layout/IconVerticalSolidList"/>
    <dgm:cxn modelId="{00EA30D6-8158-491F-925F-C183323C1E86}" type="presParOf" srcId="{78395FCC-8CF0-4B6C-8C42-416AEE3D8B90}" destId="{B5D728EE-E358-4763-8AD8-760FEC072E66}" srcOrd="0" destOrd="0" presId="urn:microsoft.com/office/officeart/2018/2/layout/IconVerticalSolidList"/>
    <dgm:cxn modelId="{81EA3A43-5473-45ED-BCCC-9FF06BC1E639}" type="presParOf" srcId="{78395FCC-8CF0-4B6C-8C42-416AEE3D8B90}" destId="{CFE8DC00-F425-408B-B273-130EB9D50B4F}" srcOrd="1" destOrd="0" presId="urn:microsoft.com/office/officeart/2018/2/layout/IconVerticalSolidList"/>
    <dgm:cxn modelId="{069F25FB-D0FE-4030-9867-24F899CB8F8B}" type="presParOf" srcId="{78395FCC-8CF0-4B6C-8C42-416AEE3D8B90}" destId="{7B29E564-2099-4EB1-A8B2-D1506F18694E}" srcOrd="2" destOrd="0" presId="urn:microsoft.com/office/officeart/2018/2/layout/IconVerticalSolidList"/>
    <dgm:cxn modelId="{612EF327-4676-42B7-96A0-B43F7C5E9CDA}" type="presParOf" srcId="{78395FCC-8CF0-4B6C-8C42-416AEE3D8B90}" destId="{6D9BAF58-3196-4402-87BC-11D33B23B2C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94EEEB-C77C-4853-AEFE-1BD5942BA9FB}">
      <dsp:nvSpPr>
        <dsp:cNvPr id="0" name=""/>
        <dsp:cNvSpPr/>
      </dsp:nvSpPr>
      <dsp:spPr>
        <a:xfrm>
          <a:off x="0" y="689"/>
          <a:ext cx="67976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C990D-B793-443D-91CE-2EA2ED085571}">
      <dsp:nvSpPr>
        <dsp:cNvPr id="0" name=""/>
        <dsp:cNvSpPr/>
      </dsp:nvSpPr>
      <dsp:spPr>
        <a:xfrm>
          <a:off x="0" y="689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Course</a:t>
          </a:r>
          <a:r>
            <a:rPr lang="en-US" sz="3100" kern="1200" baseline="0"/>
            <a:t> Philosophy</a:t>
          </a:r>
          <a:endParaRPr lang="en-US" sz="3100" kern="1200"/>
        </a:p>
      </dsp:txBody>
      <dsp:txXfrm>
        <a:off x="0" y="689"/>
        <a:ext cx="6797675" cy="1129706"/>
      </dsp:txXfrm>
    </dsp:sp>
    <dsp:sp modelId="{89BF6DF6-5ED4-4713-8E14-1144651BEA4A}">
      <dsp:nvSpPr>
        <dsp:cNvPr id="0" name=""/>
        <dsp:cNvSpPr/>
      </dsp:nvSpPr>
      <dsp:spPr>
        <a:xfrm>
          <a:off x="0" y="1130396"/>
          <a:ext cx="6797675" cy="0"/>
        </a:xfrm>
        <a:prstGeom prst="line">
          <a:avLst/>
        </a:prstGeom>
        <a:solidFill>
          <a:schemeClr val="accent2">
            <a:hueOff val="-532444"/>
            <a:satOff val="22"/>
            <a:lumOff val="-2108"/>
            <a:alphaOff val="0"/>
          </a:schemeClr>
        </a:solidFill>
        <a:ln w="15875" cap="flat" cmpd="sng" algn="ctr">
          <a:solidFill>
            <a:schemeClr val="accent2">
              <a:hueOff val="-532444"/>
              <a:satOff val="22"/>
              <a:lumOff val="-21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ADA7E-8AFF-4948-A81F-ACF2891A99B7}">
      <dsp:nvSpPr>
        <dsp:cNvPr id="0" name=""/>
        <dsp:cNvSpPr/>
      </dsp:nvSpPr>
      <dsp:spPr>
        <a:xfrm>
          <a:off x="0" y="1130396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/>
            <a:t>Course Contents</a:t>
          </a:r>
          <a:endParaRPr lang="en-US" sz="3100" kern="1200"/>
        </a:p>
      </dsp:txBody>
      <dsp:txXfrm>
        <a:off x="0" y="1130396"/>
        <a:ext cx="6797675" cy="1129706"/>
      </dsp:txXfrm>
    </dsp:sp>
    <dsp:sp modelId="{DD562D0C-8F0A-448C-B2DD-E7E0D268EE1B}">
      <dsp:nvSpPr>
        <dsp:cNvPr id="0" name=""/>
        <dsp:cNvSpPr/>
      </dsp:nvSpPr>
      <dsp:spPr>
        <a:xfrm>
          <a:off x="0" y="2260102"/>
          <a:ext cx="6797675" cy="0"/>
        </a:xfrm>
        <a:prstGeom prst="line">
          <a:avLst/>
        </a:prstGeom>
        <a:solidFill>
          <a:schemeClr val="accent2">
            <a:hueOff val="-1064888"/>
            <a:satOff val="43"/>
            <a:lumOff val="-4215"/>
            <a:alphaOff val="0"/>
          </a:schemeClr>
        </a:solidFill>
        <a:ln w="15875" cap="flat" cmpd="sng" algn="ctr">
          <a:solidFill>
            <a:schemeClr val="accent2">
              <a:hueOff val="-1064888"/>
              <a:satOff val="43"/>
              <a:lumOff val="-42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0C4CD0-4D34-4F58-9835-8C5C71D5D710}">
      <dsp:nvSpPr>
        <dsp:cNvPr id="0" name=""/>
        <dsp:cNvSpPr/>
      </dsp:nvSpPr>
      <dsp:spPr>
        <a:xfrm>
          <a:off x="0" y="2260102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/>
            <a:t>Structure of Lecture Material</a:t>
          </a:r>
          <a:endParaRPr lang="en-US" sz="3100" kern="1200"/>
        </a:p>
      </dsp:txBody>
      <dsp:txXfrm>
        <a:off x="0" y="2260102"/>
        <a:ext cx="6797675" cy="1129706"/>
      </dsp:txXfrm>
    </dsp:sp>
    <dsp:sp modelId="{261BB71E-7825-41AD-8F8D-F140063181B8}">
      <dsp:nvSpPr>
        <dsp:cNvPr id="0" name=""/>
        <dsp:cNvSpPr/>
      </dsp:nvSpPr>
      <dsp:spPr>
        <a:xfrm>
          <a:off x="0" y="3389809"/>
          <a:ext cx="6797675" cy="0"/>
        </a:xfrm>
        <a:prstGeom prst="line">
          <a:avLst/>
        </a:prstGeom>
        <a:solidFill>
          <a:schemeClr val="accent2">
            <a:hueOff val="-1597331"/>
            <a:satOff val="65"/>
            <a:lumOff val="-6323"/>
            <a:alphaOff val="0"/>
          </a:schemeClr>
        </a:solidFill>
        <a:ln w="15875" cap="flat" cmpd="sng" algn="ctr">
          <a:solidFill>
            <a:schemeClr val="accent2">
              <a:hueOff val="-1597331"/>
              <a:satOff val="65"/>
              <a:lumOff val="-63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4FBD63-5CD6-4015-942D-7199DF74B876}">
      <dsp:nvSpPr>
        <dsp:cNvPr id="0" name=""/>
        <dsp:cNvSpPr/>
      </dsp:nvSpPr>
      <dsp:spPr>
        <a:xfrm>
          <a:off x="0" y="3389809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/>
            <a:t>Overview of Assignments &amp; Assessments</a:t>
          </a:r>
          <a:endParaRPr lang="en-US" sz="3100" kern="1200"/>
        </a:p>
      </dsp:txBody>
      <dsp:txXfrm>
        <a:off x="0" y="3389809"/>
        <a:ext cx="6797675" cy="1129706"/>
      </dsp:txXfrm>
    </dsp:sp>
    <dsp:sp modelId="{CF6238D5-AE51-47A4-AD0C-2CDA5DAFDE0D}">
      <dsp:nvSpPr>
        <dsp:cNvPr id="0" name=""/>
        <dsp:cNvSpPr/>
      </dsp:nvSpPr>
      <dsp:spPr>
        <a:xfrm>
          <a:off x="0" y="4519515"/>
          <a:ext cx="6797675" cy="0"/>
        </a:xfrm>
        <a:prstGeom prst="line">
          <a:avLst/>
        </a:prstGeom>
        <a:solidFill>
          <a:schemeClr val="accent2">
            <a:hueOff val="-2129775"/>
            <a:satOff val="86"/>
            <a:lumOff val="-8431"/>
            <a:alphaOff val="0"/>
          </a:schemeClr>
        </a:solidFill>
        <a:ln w="15875" cap="flat" cmpd="sng" algn="ctr">
          <a:solidFill>
            <a:schemeClr val="accent2">
              <a:hueOff val="-2129775"/>
              <a:satOff val="86"/>
              <a:lumOff val="-84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70925-A9C2-4434-8C4F-8502529C95AA}">
      <dsp:nvSpPr>
        <dsp:cNvPr id="0" name=""/>
        <dsp:cNvSpPr/>
      </dsp:nvSpPr>
      <dsp:spPr>
        <a:xfrm>
          <a:off x="0" y="4519515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/>
            <a:t>Setting up your Dev Environment</a:t>
          </a:r>
          <a:endParaRPr lang="en-US" sz="3100" kern="1200"/>
        </a:p>
      </dsp:txBody>
      <dsp:txXfrm>
        <a:off x="0" y="4519515"/>
        <a:ext cx="6797675" cy="11297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80EC5B-B687-4736-A359-3A69B5D1B3DA}">
      <dsp:nvSpPr>
        <dsp:cNvPr id="0" name=""/>
        <dsp:cNvSpPr/>
      </dsp:nvSpPr>
      <dsp:spPr>
        <a:xfrm>
          <a:off x="0" y="0"/>
          <a:ext cx="67976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12EB77-5147-468C-AE14-FEB0B7899B29}">
      <dsp:nvSpPr>
        <dsp:cNvPr id="0" name=""/>
        <dsp:cNvSpPr/>
      </dsp:nvSpPr>
      <dsp:spPr>
        <a:xfrm>
          <a:off x="0" y="0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Modern Web Programing</a:t>
          </a:r>
          <a:r>
            <a:rPr lang="en-US" sz="3900" kern="1200" baseline="0" dirty="0"/>
            <a:t> Platforms</a:t>
          </a:r>
          <a:endParaRPr lang="en-US" sz="3900" kern="1200" dirty="0"/>
        </a:p>
      </dsp:txBody>
      <dsp:txXfrm>
        <a:off x="0" y="0"/>
        <a:ext cx="6797675" cy="1412477"/>
      </dsp:txXfrm>
    </dsp:sp>
    <dsp:sp modelId="{AA8BAE7A-C7EF-4680-BD2D-327F5C181126}">
      <dsp:nvSpPr>
        <dsp:cNvPr id="0" name=""/>
        <dsp:cNvSpPr/>
      </dsp:nvSpPr>
      <dsp:spPr>
        <a:xfrm>
          <a:off x="0" y="1412478"/>
          <a:ext cx="6797675" cy="0"/>
        </a:xfrm>
        <a:prstGeom prst="line">
          <a:avLst/>
        </a:prstGeom>
        <a:solidFill>
          <a:schemeClr val="accent2">
            <a:hueOff val="-709925"/>
            <a:satOff val="29"/>
            <a:lumOff val="-2810"/>
            <a:alphaOff val="0"/>
          </a:schemeClr>
        </a:solidFill>
        <a:ln w="15875" cap="flat" cmpd="sng" algn="ctr">
          <a:solidFill>
            <a:schemeClr val="accent2">
              <a:hueOff val="-709925"/>
              <a:satOff val="29"/>
              <a:lumOff val="-281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48A50-5220-4CA1-ACBB-B078E8F60D9D}">
      <dsp:nvSpPr>
        <dsp:cNvPr id="0" name=""/>
        <dsp:cNvSpPr/>
      </dsp:nvSpPr>
      <dsp:spPr>
        <a:xfrm>
          <a:off x="0" y="1412477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baseline="0" dirty="0"/>
            <a:t>Patterns for concurrent &amp; Parallel Programming</a:t>
          </a:r>
          <a:endParaRPr lang="en-US" sz="3900" kern="1200" dirty="0"/>
        </a:p>
      </dsp:txBody>
      <dsp:txXfrm>
        <a:off x="0" y="1412477"/>
        <a:ext cx="6797675" cy="1412477"/>
      </dsp:txXfrm>
    </dsp:sp>
    <dsp:sp modelId="{CEC97036-38B4-4B6B-81C7-6DF858017F97}">
      <dsp:nvSpPr>
        <dsp:cNvPr id="0" name=""/>
        <dsp:cNvSpPr/>
      </dsp:nvSpPr>
      <dsp:spPr>
        <a:xfrm>
          <a:off x="0" y="2824956"/>
          <a:ext cx="6797675" cy="0"/>
        </a:xfrm>
        <a:prstGeom prst="line">
          <a:avLst/>
        </a:prstGeom>
        <a:solidFill>
          <a:schemeClr val="accent2">
            <a:hueOff val="-1419850"/>
            <a:satOff val="57"/>
            <a:lumOff val="-5621"/>
            <a:alphaOff val="0"/>
          </a:schemeClr>
        </a:solidFill>
        <a:ln w="15875" cap="flat" cmpd="sng" algn="ctr">
          <a:solidFill>
            <a:schemeClr val="accent2">
              <a:hueOff val="-1419850"/>
              <a:satOff val="57"/>
              <a:lumOff val="-56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AD664-BE67-46C9-AF94-C61EC0448F33}">
      <dsp:nvSpPr>
        <dsp:cNvPr id="0" name=""/>
        <dsp:cNvSpPr/>
      </dsp:nvSpPr>
      <dsp:spPr>
        <a:xfrm>
          <a:off x="0" y="2824955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baseline="0" dirty="0"/>
            <a:t>Developer Tools</a:t>
          </a:r>
          <a:endParaRPr lang="en-US" sz="3900" kern="1200" dirty="0"/>
        </a:p>
      </dsp:txBody>
      <dsp:txXfrm>
        <a:off x="0" y="2824955"/>
        <a:ext cx="6797675" cy="1412477"/>
      </dsp:txXfrm>
    </dsp:sp>
    <dsp:sp modelId="{CA09D69A-CBFF-413C-95E1-4A0F43F05F38}">
      <dsp:nvSpPr>
        <dsp:cNvPr id="0" name=""/>
        <dsp:cNvSpPr/>
      </dsp:nvSpPr>
      <dsp:spPr>
        <a:xfrm>
          <a:off x="0" y="4237434"/>
          <a:ext cx="6797675" cy="0"/>
        </a:xfrm>
        <a:prstGeom prst="line">
          <a:avLst/>
        </a:prstGeom>
        <a:solidFill>
          <a:schemeClr val="accent2">
            <a:hueOff val="-2129775"/>
            <a:satOff val="86"/>
            <a:lumOff val="-8431"/>
            <a:alphaOff val="0"/>
          </a:schemeClr>
        </a:solidFill>
        <a:ln w="15875" cap="flat" cmpd="sng" algn="ctr">
          <a:solidFill>
            <a:schemeClr val="accent2">
              <a:hueOff val="-2129775"/>
              <a:satOff val="86"/>
              <a:lumOff val="-84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91021F-3AB9-43A2-A107-65945B00B195}">
      <dsp:nvSpPr>
        <dsp:cNvPr id="0" name=""/>
        <dsp:cNvSpPr/>
      </dsp:nvSpPr>
      <dsp:spPr>
        <a:xfrm>
          <a:off x="0" y="4237433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Generative AI</a:t>
          </a:r>
        </a:p>
      </dsp:txBody>
      <dsp:txXfrm>
        <a:off x="0" y="4237433"/>
        <a:ext cx="6797675" cy="14124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9C70F4-5DBF-4A6F-83A4-C8A888144B89}">
      <dsp:nvSpPr>
        <dsp:cNvPr id="0" name=""/>
        <dsp:cNvSpPr/>
      </dsp:nvSpPr>
      <dsp:spPr>
        <a:xfrm>
          <a:off x="0" y="462"/>
          <a:ext cx="10058399" cy="10814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0F9604-7D44-475C-88A8-27DAB060A43B}">
      <dsp:nvSpPr>
        <dsp:cNvPr id="0" name=""/>
        <dsp:cNvSpPr/>
      </dsp:nvSpPr>
      <dsp:spPr>
        <a:xfrm>
          <a:off x="327145" y="243793"/>
          <a:ext cx="594810" cy="5948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99245-AFAD-4A2B-89D7-8A36191880C4}">
      <dsp:nvSpPr>
        <dsp:cNvPr id="0" name=""/>
        <dsp:cNvSpPr/>
      </dsp:nvSpPr>
      <dsp:spPr>
        <a:xfrm>
          <a:off x="1249101" y="462"/>
          <a:ext cx="88092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Git</a:t>
          </a:r>
        </a:p>
      </dsp:txBody>
      <dsp:txXfrm>
        <a:off x="1249101" y="462"/>
        <a:ext cx="8809298" cy="1081473"/>
      </dsp:txXfrm>
    </dsp:sp>
    <dsp:sp modelId="{C18D259A-0437-4687-82CA-A522D45AC105}">
      <dsp:nvSpPr>
        <dsp:cNvPr id="0" name=""/>
        <dsp:cNvSpPr/>
      </dsp:nvSpPr>
      <dsp:spPr>
        <a:xfrm>
          <a:off x="0" y="1352303"/>
          <a:ext cx="10058399" cy="10814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5A3D84-5C69-4B5F-8C46-7DD4315C89CD}">
      <dsp:nvSpPr>
        <dsp:cNvPr id="0" name=""/>
        <dsp:cNvSpPr/>
      </dsp:nvSpPr>
      <dsp:spPr>
        <a:xfrm>
          <a:off x="327145" y="1595634"/>
          <a:ext cx="594810" cy="5948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9FE31E-7652-4028-8AC3-2D93DF077188}">
      <dsp:nvSpPr>
        <dsp:cNvPr id="0" name=""/>
        <dsp:cNvSpPr/>
      </dsp:nvSpPr>
      <dsp:spPr>
        <a:xfrm>
          <a:off x="1249101" y="1352303"/>
          <a:ext cx="88092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Intellij</a:t>
          </a:r>
          <a:r>
            <a:rPr lang="en-US" sz="2500" kern="1200" dirty="0"/>
            <a:t> – Or any other IDE</a:t>
          </a:r>
        </a:p>
      </dsp:txBody>
      <dsp:txXfrm>
        <a:off x="1249101" y="1352303"/>
        <a:ext cx="8809298" cy="1081473"/>
      </dsp:txXfrm>
    </dsp:sp>
    <dsp:sp modelId="{E60F46E0-664F-4519-A039-F28276709A34}">
      <dsp:nvSpPr>
        <dsp:cNvPr id="0" name=""/>
        <dsp:cNvSpPr/>
      </dsp:nvSpPr>
      <dsp:spPr>
        <a:xfrm>
          <a:off x="0" y="2704144"/>
          <a:ext cx="10058399" cy="10814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4EDB65-083E-4858-8F97-BDA5D47FF97F}">
      <dsp:nvSpPr>
        <dsp:cNvPr id="0" name=""/>
        <dsp:cNvSpPr/>
      </dsp:nvSpPr>
      <dsp:spPr>
        <a:xfrm>
          <a:off x="327145" y="2947476"/>
          <a:ext cx="594810" cy="5948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52E0C-3810-4B79-B88F-72859AC66364}">
      <dsp:nvSpPr>
        <dsp:cNvPr id="0" name=""/>
        <dsp:cNvSpPr/>
      </dsp:nvSpPr>
      <dsp:spPr>
        <a:xfrm>
          <a:off x="1249101" y="2704144"/>
          <a:ext cx="88092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Generative AI and Coding Assistant</a:t>
          </a:r>
        </a:p>
      </dsp:txBody>
      <dsp:txXfrm>
        <a:off x="1249101" y="2704144"/>
        <a:ext cx="8809298" cy="10814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DC30CA-3C47-48D1-A604-FBE3299AA7FF}">
      <dsp:nvSpPr>
        <dsp:cNvPr id="0" name=""/>
        <dsp:cNvSpPr/>
      </dsp:nvSpPr>
      <dsp:spPr>
        <a:xfrm>
          <a:off x="0" y="0"/>
          <a:ext cx="67976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56EFF-FB9A-4446-A12D-5B9916F00F27}">
      <dsp:nvSpPr>
        <dsp:cNvPr id="0" name=""/>
        <dsp:cNvSpPr/>
      </dsp:nvSpPr>
      <dsp:spPr>
        <a:xfrm>
          <a:off x="0" y="0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Development Environment</a:t>
          </a:r>
        </a:p>
      </dsp:txBody>
      <dsp:txXfrm>
        <a:off x="0" y="0"/>
        <a:ext cx="6797675" cy="1412477"/>
      </dsp:txXfrm>
    </dsp:sp>
    <dsp:sp modelId="{0D764128-4F1C-449F-B5C1-940483E6AE06}">
      <dsp:nvSpPr>
        <dsp:cNvPr id="0" name=""/>
        <dsp:cNvSpPr/>
      </dsp:nvSpPr>
      <dsp:spPr>
        <a:xfrm>
          <a:off x="0" y="1412478"/>
          <a:ext cx="6797675" cy="0"/>
        </a:xfrm>
        <a:prstGeom prst="line">
          <a:avLst/>
        </a:prstGeom>
        <a:solidFill>
          <a:schemeClr val="accent2">
            <a:hueOff val="-709925"/>
            <a:satOff val="29"/>
            <a:lumOff val="-2810"/>
            <a:alphaOff val="0"/>
          </a:schemeClr>
        </a:solidFill>
        <a:ln w="15875" cap="flat" cmpd="sng" algn="ctr">
          <a:solidFill>
            <a:schemeClr val="accent2">
              <a:hueOff val="-709925"/>
              <a:satOff val="29"/>
              <a:lumOff val="-281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863BB7-5D88-4742-B7AA-170F020263FE}">
      <dsp:nvSpPr>
        <dsp:cNvPr id="0" name=""/>
        <dsp:cNvSpPr/>
      </dsp:nvSpPr>
      <dsp:spPr>
        <a:xfrm>
          <a:off x="0" y="1412477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Modern Concurrent &amp; Parallel Microservices</a:t>
          </a:r>
        </a:p>
      </dsp:txBody>
      <dsp:txXfrm>
        <a:off x="0" y="1412477"/>
        <a:ext cx="6797675" cy="1412477"/>
      </dsp:txXfrm>
    </dsp:sp>
    <dsp:sp modelId="{90F9A7F5-E0DC-4019-94D1-9E869F5B3DA7}">
      <dsp:nvSpPr>
        <dsp:cNvPr id="0" name=""/>
        <dsp:cNvSpPr/>
      </dsp:nvSpPr>
      <dsp:spPr>
        <a:xfrm>
          <a:off x="0" y="2824956"/>
          <a:ext cx="6797675" cy="0"/>
        </a:xfrm>
        <a:prstGeom prst="line">
          <a:avLst/>
        </a:prstGeom>
        <a:solidFill>
          <a:schemeClr val="accent2">
            <a:hueOff val="-1419850"/>
            <a:satOff val="57"/>
            <a:lumOff val="-5621"/>
            <a:alphaOff val="0"/>
          </a:schemeClr>
        </a:solidFill>
        <a:ln w="15875" cap="flat" cmpd="sng" algn="ctr">
          <a:solidFill>
            <a:schemeClr val="accent2">
              <a:hueOff val="-1419850"/>
              <a:satOff val="57"/>
              <a:lumOff val="-56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BEA34C-6356-4764-BEA0-1BE89C72AA1F}">
      <dsp:nvSpPr>
        <dsp:cNvPr id="0" name=""/>
        <dsp:cNvSpPr/>
      </dsp:nvSpPr>
      <dsp:spPr>
        <a:xfrm>
          <a:off x="0" y="2824955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Assessments</a:t>
          </a:r>
        </a:p>
      </dsp:txBody>
      <dsp:txXfrm>
        <a:off x="0" y="2824955"/>
        <a:ext cx="6797675" cy="1412477"/>
      </dsp:txXfrm>
    </dsp:sp>
    <dsp:sp modelId="{24F995D7-6ADC-4A34-9EAA-C50E49F3F856}">
      <dsp:nvSpPr>
        <dsp:cNvPr id="0" name=""/>
        <dsp:cNvSpPr/>
      </dsp:nvSpPr>
      <dsp:spPr>
        <a:xfrm>
          <a:off x="0" y="4237434"/>
          <a:ext cx="6797675" cy="0"/>
        </a:xfrm>
        <a:prstGeom prst="line">
          <a:avLst/>
        </a:prstGeom>
        <a:solidFill>
          <a:schemeClr val="accent2">
            <a:hueOff val="-2129775"/>
            <a:satOff val="86"/>
            <a:lumOff val="-8431"/>
            <a:alphaOff val="0"/>
          </a:schemeClr>
        </a:solidFill>
        <a:ln w="15875" cap="flat" cmpd="sng" algn="ctr">
          <a:solidFill>
            <a:schemeClr val="accent2">
              <a:hueOff val="-2129775"/>
              <a:satOff val="86"/>
              <a:lumOff val="-84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486DF-26A5-4620-B5A0-36CB5C1EF8F6}">
      <dsp:nvSpPr>
        <dsp:cNvPr id="0" name=""/>
        <dsp:cNvSpPr/>
      </dsp:nvSpPr>
      <dsp:spPr>
        <a:xfrm>
          <a:off x="0" y="4237433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Grading</a:t>
          </a:r>
        </a:p>
      </dsp:txBody>
      <dsp:txXfrm>
        <a:off x="0" y="4237433"/>
        <a:ext cx="6797675" cy="141247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6F0543-A890-4C82-ABF7-070BEF86F5A1}">
      <dsp:nvSpPr>
        <dsp:cNvPr id="0" name=""/>
        <dsp:cNvSpPr/>
      </dsp:nvSpPr>
      <dsp:spPr>
        <a:xfrm>
          <a:off x="1227" y="297257"/>
          <a:ext cx="4309690" cy="273665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CEC98-DB46-4EFE-9290-ECE620D127E0}">
      <dsp:nvSpPr>
        <dsp:cNvPr id="0" name=""/>
        <dsp:cNvSpPr/>
      </dsp:nvSpPr>
      <dsp:spPr>
        <a:xfrm>
          <a:off x="480082" y="752169"/>
          <a:ext cx="4309690" cy="273665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Goal is to make sure you understand the concepts being taught and can use them in a practical manner.</a:t>
          </a:r>
        </a:p>
      </dsp:txBody>
      <dsp:txXfrm>
        <a:off x="560236" y="832323"/>
        <a:ext cx="4149382" cy="2576345"/>
      </dsp:txXfrm>
    </dsp:sp>
    <dsp:sp modelId="{D05FBD34-8C51-4285-B5F1-1D8FF94D1569}">
      <dsp:nvSpPr>
        <dsp:cNvPr id="0" name=""/>
        <dsp:cNvSpPr/>
      </dsp:nvSpPr>
      <dsp:spPr>
        <a:xfrm>
          <a:off x="5268627" y="297257"/>
          <a:ext cx="4309690" cy="273665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53EDB-0FC7-4CF5-9051-5987ABCEE347}">
      <dsp:nvSpPr>
        <dsp:cNvPr id="0" name=""/>
        <dsp:cNvSpPr/>
      </dsp:nvSpPr>
      <dsp:spPr>
        <a:xfrm>
          <a:off x="5747481" y="752169"/>
          <a:ext cx="4309690" cy="273665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Improve Software engineering acumen by adopting Best Practices</a:t>
          </a:r>
        </a:p>
      </dsp:txBody>
      <dsp:txXfrm>
        <a:off x="5827635" y="832323"/>
        <a:ext cx="4149382" cy="25763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FAD0F0-9BE8-4C69-A8B0-3CFA969FED11}">
      <dsp:nvSpPr>
        <dsp:cNvPr id="0" name=""/>
        <dsp:cNvSpPr/>
      </dsp:nvSpPr>
      <dsp:spPr>
        <a:xfrm>
          <a:off x="0" y="689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AB738B-79FB-4238-AC34-5DF006C5268A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59814C-3B34-4436-B97B-3446787828B4}">
      <dsp:nvSpPr>
        <dsp:cNvPr id="0" name=""/>
        <dsp:cNvSpPr/>
      </dsp:nvSpPr>
      <dsp:spPr>
        <a:xfrm>
          <a:off x="1864015" y="689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Done by me and automated tools.</a:t>
          </a:r>
        </a:p>
      </dsp:txBody>
      <dsp:txXfrm>
        <a:off x="1864015" y="689"/>
        <a:ext cx="4933659" cy="1613866"/>
      </dsp:txXfrm>
    </dsp:sp>
    <dsp:sp modelId="{0F3F815A-2936-4896-84B5-0B6806FE286D}">
      <dsp:nvSpPr>
        <dsp:cNvPr id="0" name=""/>
        <dsp:cNvSpPr/>
      </dsp:nvSpPr>
      <dsp:spPr>
        <a:xfrm>
          <a:off x="0" y="2018022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1E5293-1E71-4016-91E8-E70F756007C2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1EF521-48F7-4F31-B18F-6ED6CB878C18}">
      <dsp:nvSpPr>
        <dsp:cNvPr id="0" name=""/>
        <dsp:cNvSpPr/>
      </dsp:nvSpPr>
      <dsp:spPr>
        <a:xfrm>
          <a:off x="1864015" y="2018022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Assignments must be submitted correctly and on time or they will not be reviewed.</a:t>
          </a:r>
        </a:p>
      </dsp:txBody>
      <dsp:txXfrm>
        <a:off x="1864015" y="2018022"/>
        <a:ext cx="4933659" cy="1613866"/>
      </dsp:txXfrm>
    </dsp:sp>
    <dsp:sp modelId="{9BEED629-8A24-4FCE-9EB8-B12AD3B98702}">
      <dsp:nvSpPr>
        <dsp:cNvPr id="0" name=""/>
        <dsp:cNvSpPr/>
      </dsp:nvSpPr>
      <dsp:spPr>
        <a:xfrm>
          <a:off x="0" y="4035355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9C24A8-AE1C-410B-8C98-B24B492B2767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D290C-0B7A-4EE2-87A5-372711D48526}">
      <dsp:nvSpPr>
        <dsp:cNvPr id="0" name=""/>
        <dsp:cNvSpPr/>
      </dsp:nvSpPr>
      <dsp:spPr>
        <a:xfrm>
          <a:off x="1864015" y="4035355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Final Revisions must be submitted on time as well. </a:t>
          </a:r>
        </a:p>
      </dsp:txBody>
      <dsp:txXfrm>
        <a:off x="1864015" y="4035355"/>
        <a:ext cx="4933659" cy="16138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93F095-6A7C-4D40-A5A6-EA316027C875}">
      <dsp:nvSpPr>
        <dsp:cNvPr id="0" name=""/>
        <dsp:cNvSpPr/>
      </dsp:nvSpPr>
      <dsp:spPr>
        <a:xfrm>
          <a:off x="0" y="2758"/>
          <a:ext cx="67976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90AECE-ED08-40E2-92AC-95F114799A8E}">
      <dsp:nvSpPr>
        <dsp:cNvPr id="0" name=""/>
        <dsp:cNvSpPr/>
      </dsp:nvSpPr>
      <dsp:spPr>
        <a:xfrm>
          <a:off x="0" y="2758"/>
          <a:ext cx="6797675" cy="940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100" kern="1200"/>
        </a:p>
      </dsp:txBody>
      <dsp:txXfrm>
        <a:off x="0" y="2758"/>
        <a:ext cx="6797675" cy="940732"/>
      </dsp:txXfrm>
    </dsp:sp>
    <dsp:sp modelId="{EB047CD8-0F40-4E04-911C-CD0D48B45864}">
      <dsp:nvSpPr>
        <dsp:cNvPr id="0" name=""/>
        <dsp:cNvSpPr/>
      </dsp:nvSpPr>
      <dsp:spPr>
        <a:xfrm>
          <a:off x="0" y="943491"/>
          <a:ext cx="6797675" cy="0"/>
        </a:xfrm>
        <a:prstGeom prst="line">
          <a:avLst/>
        </a:prstGeom>
        <a:solidFill>
          <a:schemeClr val="accent2">
            <a:hueOff val="-425955"/>
            <a:satOff val="17"/>
            <a:lumOff val="-1686"/>
            <a:alphaOff val="0"/>
          </a:schemeClr>
        </a:solidFill>
        <a:ln w="15875" cap="flat" cmpd="sng" algn="ctr">
          <a:solidFill>
            <a:schemeClr val="accent2">
              <a:hueOff val="-425955"/>
              <a:satOff val="17"/>
              <a:lumOff val="-1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1B41EC-2C01-4EE0-B1AB-B6EAEBE7CAEE}">
      <dsp:nvSpPr>
        <dsp:cNvPr id="0" name=""/>
        <dsp:cNvSpPr/>
      </dsp:nvSpPr>
      <dsp:spPr>
        <a:xfrm>
          <a:off x="0" y="943491"/>
          <a:ext cx="6797675" cy="940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Assignments (A0–A3)	40%</a:t>
          </a:r>
        </a:p>
      </dsp:txBody>
      <dsp:txXfrm>
        <a:off x="0" y="943491"/>
        <a:ext cx="6797675" cy="940732"/>
      </dsp:txXfrm>
    </dsp:sp>
    <dsp:sp modelId="{EBE86B25-DF53-4F8E-9D10-89AC140C8F79}">
      <dsp:nvSpPr>
        <dsp:cNvPr id="0" name=""/>
        <dsp:cNvSpPr/>
      </dsp:nvSpPr>
      <dsp:spPr>
        <a:xfrm>
          <a:off x="0" y="1884223"/>
          <a:ext cx="6797675" cy="0"/>
        </a:xfrm>
        <a:prstGeom prst="line">
          <a:avLst/>
        </a:prstGeom>
        <a:solidFill>
          <a:schemeClr val="accent2">
            <a:hueOff val="-851910"/>
            <a:satOff val="34"/>
            <a:lumOff val="-3372"/>
            <a:alphaOff val="0"/>
          </a:schemeClr>
        </a:solidFill>
        <a:ln w="15875" cap="flat" cmpd="sng" algn="ctr">
          <a:solidFill>
            <a:schemeClr val="accent2">
              <a:hueOff val="-851910"/>
              <a:satOff val="34"/>
              <a:lumOff val="-3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3D5B6-22E7-4893-8E23-E73576301127}">
      <dsp:nvSpPr>
        <dsp:cNvPr id="0" name=""/>
        <dsp:cNvSpPr/>
      </dsp:nvSpPr>
      <dsp:spPr>
        <a:xfrm>
          <a:off x="0" y="1884223"/>
          <a:ext cx="6797675" cy="940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Final Project (A4)		25%</a:t>
          </a:r>
        </a:p>
      </dsp:txBody>
      <dsp:txXfrm>
        <a:off x="0" y="1884223"/>
        <a:ext cx="6797675" cy="940732"/>
      </dsp:txXfrm>
    </dsp:sp>
    <dsp:sp modelId="{60996EF9-7037-4FA3-8AE2-CFD6F5DDCC7F}">
      <dsp:nvSpPr>
        <dsp:cNvPr id="0" name=""/>
        <dsp:cNvSpPr/>
      </dsp:nvSpPr>
      <dsp:spPr>
        <a:xfrm>
          <a:off x="0" y="2824955"/>
          <a:ext cx="6797675" cy="0"/>
        </a:xfrm>
        <a:prstGeom prst="line">
          <a:avLst/>
        </a:prstGeom>
        <a:solidFill>
          <a:schemeClr val="accent2">
            <a:hueOff val="-1277865"/>
            <a:satOff val="52"/>
            <a:lumOff val="-5059"/>
            <a:alphaOff val="0"/>
          </a:schemeClr>
        </a:solidFill>
        <a:ln w="15875" cap="flat" cmpd="sng" algn="ctr">
          <a:solidFill>
            <a:schemeClr val="accent2">
              <a:hueOff val="-1277865"/>
              <a:satOff val="52"/>
              <a:lumOff val="-50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5F8E93-2803-42FD-A3F5-2A36E0828ED5}">
      <dsp:nvSpPr>
        <dsp:cNvPr id="0" name=""/>
        <dsp:cNvSpPr/>
      </dsp:nvSpPr>
      <dsp:spPr>
        <a:xfrm>
          <a:off x="0" y="2824956"/>
          <a:ext cx="6797675" cy="940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Final Exam – Interview	20%</a:t>
          </a:r>
        </a:p>
      </dsp:txBody>
      <dsp:txXfrm>
        <a:off x="0" y="2824956"/>
        <a:ext cx="6797675" cy="940732"/>
      </dsp:txXfrm>
    </dsp:sp>
    <dsp:sp modelId="{67DF10BA-B20C-4E5A-8545-1FE9830084AF}">
      <dsp:nvSpPr>
        <dsp:cNvPr id="0" name=""/>
        <dsp:cNvSpPr/>
      </dsp:nvSpPr>
      <dsp:spPr>
        <a:xfrm>
          <a:off x="0" y="3765688"/>
          <a:ext cx="6797675" cy="0"/>
        </a:xfrm>
        <a:prstGeom prst="line">
          <a:avLst/>
        </a:prstGeom>
        <a:solidFill>
          <a:schemeClr val="accent2">
            <a:hueOff val="-1703820"/>
            <a:satOff val="69"/>
            <a:lumOff val="-6745"/>
            <a:alphaOff val="0"/>
          </a:schemeClr>
        </a:solidFill>
        <a:ln w="15875" cap="flat" cmpd="sng" algn="ctr">
          <a:solidFill>
            <a:schemeClr val="accent2">
              <a:hueOff val="-1703820"/>
              <a:satOff val="69"/>
              <a:lumOff val="-6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74C82-8C83-4E56-8954-4577CABD7B91}">
      <dsp:nvSpPr>
        <dsp:cNvPr id="0" name=""/>
        <dsp:cNvSpPr/>
      </dsp:nvSpPr>
      <dsp:spPr>
        <a:xfrm>
          <a:off x="0" y="3765688"/>
          <a:ext cx="6797675" cy="940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Weekly Participation	10%</a:t>
          </a:r>
        </a:p>
      </dsp:txBody>
      <dsp:txXfrm>
        <a:off x="0" y="3765688"/>
        <a:ext cx="6797675" cy="940732"/>
      </dsp:txXfrm>
    </dsp:sp>
    <dsp:sp modelId="{8B539B64-0088-452B-8762-63A1758DB69A}">
      <dsp:nvSpPr>
        <dsp:cNvPr id="0" name=""/>
        <dsp:cNvSpPr/>
      </dsp:nvSpPr>
      <dsp:spPr>
        <a:xfrm>
          <a:off x="0" y="4706420"/>
          <a:ext cx="6797675" cy="0"/>
        </a:xfrm>
        <a:prstGeom prst="line">
          <a:avLst/>
        </a:prstGeom>
        <a:solidFill>
          <a:schemeClr val="accent2">
            <a:hueOff val="-2129775"/>
            <a:satOff val="86"/>
            <a:lumOff val="-8431"/>
            <a:alphaOff val="0"/>
          </a:schemeClr>
        </a:solidFill>
        <a:ln w="15875" cap="flat" cmpd="sng" algn="ctr">
          <a:solidFill>
            <a:schemeClr val="accent2">
              <a:hueOff val="-2129775"/>
              <a:satOff val="86"/>
              <a:lumOff val="-84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79E94E-3352-41C4-A5ED-AF955A3C2BA4}">
      <dsp:nvSpPr>
        <dsp:cNvPr id="0" name=""/>
        <dsp:cNvSpPr/>
      </dsp:nvSpPr>
      <dsp:spPr>
        <a:xfrm>
          <a:off x="0" y="4706420"/>
          <a:ext cx="6797675" cy="940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Midterm Exam		5%</a:t>
          </a:r>
        </a:p>
      </dsp:txBody>
      <dsp:txXfrm>
        <a:off x="0" y="4706420"/>
        <a:ext cx="6797675" cy="9407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84552E-16CD-46B6-A981-61EB4CD5CDB9}">
      <dsp:nvSpPr>
        <dsp:cNvPr id="0" name=""/>
        <dsp:cNvSpPr/>
      </dsp:nvSpPr>
      <dsp:spPr>
        <a:xfrm>
          <a:off x="0" y="4413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860EAA-EC7B-4ECF-ACF1-9883F0757821}">
      <dsp:nvSpPr>
        <dsp:cNvPr id="0" name=""/>
        <dsp:cNvSpPr/>
      </dsp:nvSpPr>
      <dsp:spPr>
        <a:xfrm>
          <a:off x="284404" y="215954"/>
          <a:ext cx="517099" cy="5170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549E01-3FFF-41ED-ABB5-69466EA94EB8}">
      <dsp:nvSpPr>
        <dsp:cNvPr id="0" name=""/>
        <dsp:cNvSpPr/>
      </dsp:nvSpPr>
      <dsp:spPr>
        <a:xfrm>
          <a:off x="1085908" y="4413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Brightspace will be used for submitting assignments.</a:t>
          </a:r>
        </a:p>
      </dsp:txBody>
      <dsp:txXfrm>
        <a:off x="1085908" y="4413"/>
        <a:ext cx="5711766" cy="940180"/>
      </dsp:txXfrm>
    </dsp:sp>
    <dsp:sp modelId="{8C1568AE-2791-4AA2-A363-9A982B8A0982}">
      <dsp:nvSpPr>
        <dsp:cNvPr id="0" name=""/>
        <dsp:cNvSpPr/>
      </dsp:nvSpPr>
      <dsp:spPr>
        <a:xfrm>
          <a:off x="0" y="1179639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3BBD19-87BE-4E6E-A48A-CA13C66F0653}">
      <dsp:nvSpPr>
        <dsp:cNvPr id="0" name=""/>
        <dsp:cNvSpPr/>
      </dsp:nvSpPr>
      <dsp:spPr>
        <a:xfrm>
          <a:off x="284404" y="1391180"/>
          <a:ext cx="517099" cy="5170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C43E72-6302-4D8E-9633-AB97E868FA10}">
      <dsp:nvSpPr>
        <dsp:cNvPr id="0" name=""/>
        <dsp:cNvSpPr/>
      </dsp:nvSpPr>
      <dsp:spPr>
        <a:xfrm>
          <a:off x="1085908" y="1179639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Add the repo link as the text to be submitted.</a:t>
          </a:r>
        </a:p>
      </dsp:txBody>
      <dsp:txXfrm>
        <a:off x="1085908" y="1179639"/>
        <a:ext cx="5711766" cy="940180"/>
      </dsp:txXfrm>
    </dsp:sp>
    <dsp:sp modelId="{9AACDD66-2478-4D9F-8805-C2EF5054AEFA}">
      <dsp:nvSpPr>
        <dsp:cNvPr id="0" name=""/>
        <dsp:cNvSpPr/>
      </dsp:nvSpPr>
      <dsp:spPr>
        <a:xfrm>
          <a:off x="0" y="2354865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5B985A-99B5-4445-8E31-1993BB095CA6}">
      <dsp:nvSpPr>
        <dsp:cNvPr id="0" name=""/>
        <dsp:cNvSpPr/>
      </dsp:nvSpPr>
      <dsp:spPr>
        <a:xfrm>
          <a:off x="284404" y="2566406"/>
          <a:ext cx="517099" cy="5170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7C942A-012A-4C7F-8DCB-F7620BDE0BEB}">
      <dsp:nvSpPr>
        <dsp:cNvPr id="0" name=""/>
        <dsp:cNvSpPr/>
      </dsp:nvSpPr>
      <dsp:spPr>
        <a:xfrm>
          <a:off x="1085908" y="2354865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Make sure </a:t>
          </a:r>
          <a:r>
            <a:rPr lang="en-US" sz="1900" kern="1200" dirty="0" err="1"/>
            <a:t>madajaju</a:t>
          </a:r>
          <a:r>
            <a:rPr lang="en-US" sz="1900" kern="1200" dirty="0"/>
            <a:t> is a viewer of your project in </a:t>
          </a:r>
          <a:r>
            <a:rPr lang="en-US" sz="1900" kern="1200" dirty="0" err="1"/>
            <a:t>gitlab</a:t>
          </a:r>
          <a:r>
            <a:rPr lang="en-US" sz="1900" kern="1200" dirty="0"/>
            <a:t>.</a:t>
          </a:r>
        </a:p>
      </dsp:txBody>
      <dsp:txXfrm>
        <a:off x="1085908" y="2354865"/>
        <a:ext cx="5711766" cy="940180"/>
      </dsp:txXfrm>
    </dsp:sp>
    <dsp:sp modelId="{FE4EEF15-5DF6-41F2-9365-1BDA47FF344A}">
      <dsp:nvSpPr>
        <dsp:cNvPr id="0" name=""/>
        <dsp:cNvSpPr/>
      </dsp:nvSpPr>
      <dsp:spPr>
        <a:xfrm>
          <a:off x="0" y="3530091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A3C3C-809E-4ABF-B54A-EBA6F8512B58}">
      <dsp:nvSpPr>
        <dsp:cNvPr id="0" name=""/>
        <dsp:cNvSpPr/>
      </dsp:nvSpPr>
      <dsp:spPr>
        <a:xfrm>
          <a:off x="284404" y="3741632"/>
          <a:ext cx="517099" cy="5170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0127B6-B7DD-4443-8ADA-415F335D6A00}">
      <dsp:nvSpPr>
        <dsp:cNvPr id="0" name=""/>
        <dsp:cNvSpPr/>
      </dsp:nvSpPr>
      <dsp:spPr>
        <a:xfrm>
          <a:off x="1085908" y="3530091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 late assignments.</a:t>
          </a:r>
        </a:p>
      </dsp:txBody>
      <dsp:txXfrm>
        <a:off x="1085908" y="3530091"/>
        <a:ext cx="5711766" cy="940180"/>
      </dsp:txXfrm>
    </dsp:sp>
    <dsp:sp modelId="{B5D728EE-E358-4763-8AD8-760FEC072E66}">
      <dsp:nvSpPr>
        <dsp:cNvPr id="0" name=""/>
        <dsp:cNvSpPr/>
      </dsp:nvSpPr>
      <dsp:spPr>
        <a:xfrm>
          <a:off x="0" y="4705317"/>
          <a:ext cx="6797675" cy="940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E8DC00-F425-408B-B273-130EB9D50B4F}">
      <dsp:nvSpPr>
        <dsp:cNvPr id="0" name=""/>
        <dsp:cNvSpPr/>
      </dsp:nvSpPr>
      <dsp:spPr>
        <a:xfrm>
          <a:off x="284404" y="4916857"/>
          <a:ext cx="517099" cy="51709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9BAF58-3196-4402-87BC-11D33B23B2C3}">
      <dsp:nvSpPr>
        <dsp:cNvPr id="0" name=""/>
        <dsp:cNvSpPr/>
      </dsp:nvSpPr>
      <dsp:spPr>
        <a:xfrm>
          <a:off x="1085908" y="4705317"/>
          <a:ext cx="5711766" cy="94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02" tIns="99502" rIns="99502" bIns="9950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Evaluations of assignments will be in Brightspace.</a:t>
          </a:r>
        </a:p>
      </dsp:txBody>
      <dsp:txXfrm>
        <a:off x="1085908" y="4705317"/>
        <a:ext cx="5711766" cy="9401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5843C-AE52-48CF-A712-D423C4B996F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2B5D5-5892-4193-96B0-2A99C2B7ED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054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5843C-AE52-48CF-A712-D423C4B996F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2B5D5-5892-4193-96B0-2A99C2B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11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5843C-AE52-48CF-A712-D423C4B996F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2B5D5-5892-4193-96B0-2A99C2B7ED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217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5843C-AE52-48CF-A712-D423C4B996F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2B5D5-5892-4193-96B0-2A99C2B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5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5843C-AE52-48CF-A712-D423C4B996F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2B5D5-5892-4193-96B0-2A99C2B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21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5843C-AE52-48CF-A712-D423C4B996F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2B5D5-5892-4193-96B0-2A99C2B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9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5843C-AE52-48CF-A712-D423C4B996F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2B5D5-5892-4193-96B0-2A99C2B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31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385843C-AE52-48CF-A712-D423C4B996F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472B5D5-5892-4193-96B0-2A99C2B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68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5843C-AE52-48CF-A712-D423C4B996F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2B5D5-5892-4193-96B0-2A99C2B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77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5843C-AE52-48CF-A712-D423C4B996F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2B5D5-5892-4193-96B0-2A99C2B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72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5843C-AE52-48CF-A712-D423C4B996F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2B5D5-5892-4193-96B0-2A99C2B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57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385843C-AE52-48CF-A712-D423C4B996F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472B5D5-5892-4193-96B0-2A99C2B7ED3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610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projects/spring-boot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e.vanderbilt.edu/~schmidt/POSA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mbracingdigital.org/collections/en/generativeai.html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48EA6-C038-D5A5-40F1-4CA4A96436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CS-8395</a:t>
            </a:r>
            <a:br>
              <a:rPr lang="en-US" dirty="0"/>
            </a:br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4D831-052C-8A00-DE92-13CC769965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Darren </a:t>
            </a:r>
            <a:r>
              <a:rPr lang="en-US" dirty="0" err="1"/>
              <a:t>pulsipher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081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BBC35-AECD-11A5-90D1-5D6250B61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C214F7-A2D0-E1B3-C0B4-E01C349288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0248260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3921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AC8241-76E9-FD2F-2EE5-709E35705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dirty="0"/>
              <a:t>Course</a:t>
            </a:r>
            <a:r>
              <a:rPr lang="en-US" baseline="0" dirty="0"/>
              <a:t> Philosophy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F02894-B801-179B-3CD9-68542D31E1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1" r="51678" b="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152DC-2D01-88B7-5060-20A7552CE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>
            <a:normAutofit/>
          </a:bodyPr>
          <a:lstStyle/>
          <a:p>
            <a:r>
              <a:rPr lang="en-US" dirty="0"/>
              <a:t>There’s a growing need for software developers who can write concurrent &amp; parallel microservices for a range of computing platforms </a:t>
            </a:r>
          </a:p>
          <a:p>
            <a:pPr lvl="1"/>
            <a:r>
              <a:rPr lang="en-US" dirty="0"/>
              <a:t>Mobile devices, </a:t>
            </a:r>
          </a:p>
          <a:p>
            <a:pPr lvl="1"/>
            <a:r>
              <a:rPr lang="en-US" dirty="0"/>
              <a:t>Laptops, </a:t>
            </a:r>
          </a:p>
          <a:p>
            <a:pPr lvl="1"/>
            <a:r>
              <a:rPr lang="en-US" dirty="0"/>
              <a:t>Desktops,</a:t>
            </a:r>
          </a:p>
          <a:p>
            <a:pPr lvl="1"/>
            <a:r>
              <a:rPr lang="en-US" dirty="0"/>
              <a:t>Cloud environments</a:t>
            </a:r>
          </a:p>
        </p:txBody>
      </p:sp>
    </p:spTree>
    <p:extLst>
      <p:ext uri="{BB962C8B-B14F-4D97-AF65-F5344CB8AC3E}">
        <p14:creationId xmlns:p14="http://schemas.microsoft.com/office/powerpoint/2010/main" val="3954568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D9F324-0087-16B7-7673-AA5A35CE7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Moore’s</a:t>
            </a:r>
            <a:r>
              <a:rPr lang="en-US" sz="3600" baseline="0">
                <a:solidFill>
                  <a:srgbClr val="FFFFFF"/>
                </a:solidFill>
              </a:rPr>
              <a:t> Law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77756-DAFC-4B56-766D-16CAE1C56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r>
              <a:rPr lang="en-US" sz="1500">
                <a:solidFill>
                  <a:srgbClr val="FFFFFF"/>
                </a:solidFill>
              </a:rPr>
              <a:t>Been declared Dead Several Times</a:t>
            </a:r>
          </a:p>
          <a:p>
            <a:r>
              <a:rPr lang="en-US" sz="1500">
                <a:solidFill>
                  <a:srgbClr val="FFFFFF"/>
                </a:solidFill>
              </a:rPr>
              <a:t> Transistor count doubles every 2 years</a:t>
            </a:r>
          </a:p>
          <a:p>
            <a:r>
              <a:rPr lang="en-US" sz="1500">
                <a:solidFill>
                  <a:srgbClr val="FFFFFF"/>
                </a:solidFill>
              </a:rPr>
              <a:t>Created new markets</a:t>
            </a:r>
          </a:p>
          <a:p>
            <a:r>
              <a:rPr lang="en-US" sz="1500">
                <a:solidFill>
                  <a:srgbClr val="FFFFFF"/>
                </a:solidFill>
              </a:rPr>
              <a:t>Created new programming models</a:t>
            </a:r>
          </a:p>
          <a:p>
            <a:endParaRPr lang="en-US" sz="1500">
              <a:solidFill>
                <a:srgbClr val="FFFFFF"/>
              </a:solidFill>
            </a:endParaRPr>
          </a:p>
          <a:p>
            <a:endParaRPr lang="en-US" sz="150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39BAC-DE58-9EB2-5054-2A8A82468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17" y="1381078"/>
            <a:ext cx="6798082" cy="409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709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CF81D86-BDBA-477C-B7DD-8D359BB99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8AB915-6A28-F9CF-7CC8-7E4417FC3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>
            <a:normAutofit/>
          </a:bodyPr>
          <a:lstStyle/>
          <a:p>
            <a:r>
              <a:rPr lang="en-US" dirty="0"/>
              <a:t>Thinking</a:t>
            </a:r>
            <a:r>
              <a:rPr lang="en-US" baseline="0" dirty="0"/>
              <a:t> or Doing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EDE188-DACB-3830-CBFB-A6561598A6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18"/>
          <a:stretch/>
        </p:blipFill>
        <p:spPr>
          <a:xfrm>
            <a:off x="633999" y="640081"/>
            <a:ext cx="4001315" cy="53144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5F3E9C-EF11-4F8F-A621-399C7A3E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A0C2B-B87B-D10F-0983-C557694F3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769" y="2198914"/>
            <a:ext cx="6574973" cy="3670180"/>
          </a:xfrm>
        </p:spPr>
        <p:txBody>
          <a:bodyPr>
            <a:normAutofit/>
          </a:bodyPr>
          <a:lstStyle/>
          <a:p>
            <a:r>
              <a:rPr lang="en-US" dirty="0"/>
              <a:t>Effective techniques &amp; practices for developing concurrent &amp; parallel microservices are not best learned through generalities &amp; platitudes</a:t>
            </a:r>
          </a:p>
          <a:p>
            <a:endParaRPr lang="en-US" dirty="0"/>
          </a:p>
          <a:p>
            <a:r>
              <a:rPr lang="en-US" dirty="0"/>
              <a:t>Instead, it’s better to see by example how these programs can be made </a:t>
            </a:r>
          </a:p>
          <a:p>
            <a:pPr lvl="1"/>
            <a:r>
              <a:rPr lang="en-US" dirty="0"/>
              <a:t>easier to write &amp; read, </a:t>
            </a:r>
          </a:p>
          <a:p>
            <a:pPr lvl="1"/>
            <a:r>
              <a:rPr lang="en-US" dirty="0"/>
              <a:t>easier to maintain &amp; modify, </a:t>
            </a:r>
          </a:p>
          <a:p>
            <a:pPr lvl="1"/>
            <a:r>
              <a:rPr lang="en-US" dirty="0"/>
              <a:t>more efficient &amp; resilient by applying time-proven software patterns &amp; object-oriented, functional, &amp; reactive design &amp; programming techniques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AA064E-5F6E-4024-BC28-EDDC3DFC7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B29638-4838-4B9B-B9DB-96E542BAF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79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2ABD-C2DB-303E-1D8D-AC6DE49D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Thursday Class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4C6B9-AE73-688D-35F2-F0DA8F6C2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1% for each class you attend</a:t>
            </a:r>
          </a:p>
          <a:p>
            <a:pPr lvl="1"/>
            <a:r>
              <a:rPr lang="en-US" dirty="0"/>
              <a:t>10% for class attendance (extra points can be earned for attending more than 10 classes)</a:t>
            </a:r>
          </a:p>
          <a:p>
            <a:pPr lvl="1"/>
            <a:r>
              <a:rPr lang="en-US" dirty="0"/>
              <a:t>Cameras must be on.</a:t>
            </a:r>
          </a:p>
          <a:p>
            <a:pPr lvl="1"/>
            <a:r>
              <a:rPr lang="en-US" dirty="0"/>
              <a:t>Mouths open. (Discussion-based learning)</a:t>
            </a:r>
          </a:p>
          <a:p>
            <a:pPr marL="201168" lvl="1" indent="0">
              <a:buNone/>
            </a:pPr>
            <a:endParaRPr lang="en-US" b="1" dirty="0"/>
          </a:p>
          <a:p>
            <a:pPr marL="201168" lvl="1" indent="0">
              <a:buNone/>
            </a:pPr>
            <a:r>
              <a:rPr lang="en-US" sz="2000" b="1" dirty="0"/>
              <a:t>Class Schedule </a:t>
            </a:r>
          </a:p>
          <a:p>
            <a:pPr lvl="1"/>
            <a:r>
              <a:rPr lang="en-US" dirty="0"/>
              <a:t>- 15-minute lecture to start class</a:t>
            </a:r>
          </a:p>
          <a:p>
            <a:pPr lvl="1"/>
            <a:r>
              <a:rPr lang="en-US" dirty="0"/>
              <a:t>- 1 hour – Student &amp; Professor Engagement</a:t>
            </a:r>
          </a:p>
          <a:p>
            <a:pPr lvl="2"/>
            <a:r>
              <a:rPr lang="en-US" dirty="0"/>
              <a:t>Breakout session – Small teams tackling a problem</a:t>
            </a:r>
          </a:p>
          <a:p>
            <a:pPr lvl="2"/>
            <a:r>
              <a:rPr lang="en-US" dirty="0"/>
              <a:t>Questions and answers</a:t>
            </a:r>
          </a:p>
          <a:p>
            <a:pPr lvl="2"/>
            <a:r>
              <a:rPr lang="en-US" dirty="0"/>
              <a:t>Sharing findings and examples.</a:t>
            </a:r>
          </a:p>
        </p:txBody>
      </p:sp>
    </p:spTree>
    <p:extLst>
      <p:ext uri="{BB962C8B-B14F-4D97-AF65-F5344CB8AC3E}">
        <p14:creationId xmlns:p14="http://schemas.microsoft.com/office/powerpoint/2010/main" val="2982373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89EA3A-1690-3860-2ABE-7F26F1AE5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Summary</a:t>
            </a:r>
            <a:r>
              <a:rPr lang="en-US" sz="3600" baseline="0">
                <a:solidFill>
                  <a:srgbClr val="FFFFFF"/>
                </a:solidFill>
              </a:rPr>
              <a:t> of Course Content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606A07-A3C9-34C7-8D9A-98FA798912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1147084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3165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41202-1ED7-1345-2C42-4E85C2D9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Key Frameworks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63D1CD-51F0-2301-3F10-07A8664B5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1276167"/>
            <a:ext cx="6909801" cy="404223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D7E2B-1628-7295-44CA-FA2649C32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Streams</a:t>
            </a:r>
          </a:p>
          <a:p>
            <a:pPr lvl="1"/>
            <a:r>
              <a:rPr lang="en-US" dirty="0"/>
              <a:t>Reactive Streams</a:t>
            </a:r>
          </a:p>
          <a:p>
            <a:pPr lvl="1"/>
            <a:r>
              <a:rPr lang="en-US" dirty="0"/>
              <a:t>Structured Concurrency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BD0491-E962-4E77-C6BD-FD9ABFABF620}"/>
              </a:ext>
            </a:extLst>
          </p:cNvPr>
          <p:cNvSpPr/>
          <p:nvPr/>
        </p:nvSpPr>
        <p:spPr>
          <a:xfrm>
            <a:off x="304800" y="3907971"/>
            <a:ext cx="2536371" cy="12845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36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9BC74D-154F-6286-63A8-D8908450F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 sz="4100"/>
              <a:t>Modern Web Programming Platforms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0F56A-E63A-E885-28F6-5E1F1E993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2" y="1326837"/>
            <a:ext cx="5451627" cy="3884284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E3861-C324-FD2D-EFE2-DD22D0B00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en-US" sz="1400" dirty="0"/>
              <a:t>Synchronous </a:t>
            </a:r>
          </a:p>
          <a:p>
            <a:pPr lvl="1"/>
            <a:r>
              <a:rPr lang="en-US" sz="1400" dirty="0"/>
              <a:t>Request-Response Model</a:t>
            </a:r>
          </a:p>
          <a:p>
            <a:pPr lvl="1"/>
            <a:r>
              <a:rPr lang="en-US" sz="1400" dirty="0"/>
              <a:t>Servlet Stack</a:t>
            </a:r>
          </a:p>
          <a:p>
            <a:pPr lvl="1"/>
            <a:r>
              <a:rPr lang="en-US" sz="1400" dirty="0" err="1"/>
              <a:t>WebMVC</a:t>
            </a:r>
            <a:r>
              <a:rPr lang="en-US" sz="1400" dirty="0"/>
              <a:t> (Model View Controller)</a:t>
            </a:r>
          </a:p>
          <a:p>
            <a:pPr lvl="1"/>
            <a:r>
              <a:rPr lang="en-US" sz="1400" dirty="0"/>
              <a:t>Per thread Model</a:t>
            </a:r>
          </a:p>
          <a:p>
            <a:r>
              <a:rPr lang="en-US" sz="1400" dirty="0"/>
              <a:t>Asynchronous </a:t>
            </a:r>
          </a:p>
          <a:p>
            <a:pPr lvl="1"/>
            <a:r>
              <a:rPr lang="en-US" sz="1400" dirty="0"/>
              <a:t>Event Driven</a:t>
            </a:r>
          </a:p>
          <a:p>
            <a:pPr lvl="1"/>
            <a:r>
              <a:rPr lang="en-US" sz="1400" dirty="0"/>
              <a:t>Reactive Stack</a:t>
            </a:r>
          </a:p>
          <a:p>
            <a:pPr lvl="1"/>
            <a:r>
              <a:rPr lang="en-US" sz="1400" dirty="0" err="1"/>
              <a:t>WebFlux</a:t>
            </a:r>
            <a:endParaRPr lang="en-US" sz="1400" dirty="0"/>
          </a:p>
          <a:p>
            <a:pPr lvl="1"/>
            <a:r>
              <a:rPr lang="en-US" sz="1400" dirty="0"/>
              <a:t>Non-blocking I/O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hlinkClick r:id="rId3"/>
              </a:rPr>
              <a:t>https://spring.io/projects/spring-boot</a:t>
            </a:r>
            <a:r>
              <a:rPr lang="en-US" sz="1400" dirty="0"/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17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3FCFD-4DE3-78AA-F5C0-3BD29E990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for Concurrent &amp; Parallel Programming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97D3909-F254-80C8-B8F3-9D06F4DE6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6323" y="1970405"/>
            <a:ext cx="5024038" cy="4243467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EA574C-0375-79BD-8B75-4369E15843C0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151019" y="1970405"/>
            <a:ext cx="10515600" cy="4351338"/>
          </a:xfrm>
        </p:spPr>
        <p:txBody>
          <a:bodyPr>
            <a:normAutofit/>
          </a:bodyPr>
          <a:lstStyle/>
          <a:p>
            <a:r>
              <a:rPr lang="en-US" sz="3600" dirty="0"/>
              <a:t>Why Patterns?</a:t>
            </a:r>
          </a:p>
          <a:p>
            <a:pPr lvl="1"/>
            <a:r>
              <a:rPr lang="en-US" sz="3200" dirty="0"/>
              <a:t>Reusability</a:t>
            </a:r>
          </a:p>
          <a:p>
            <a:pPr lvl="1"/>
            <a:r>
              <a:rPr lang="en-US" sz="3200" dirty="0"/>
              <a:t>Maintainability</a:t>
            </a:r>
          </a:p>
          <a:p>
            <a:pPr lvl="1"/>
            <a:r>
              <a:rPr lang="en-US" sz="3200" dirty="0"/>
              <a:t>Scalability</a:t>
            </a:r>
          </a:p>
          <a:p>
            <a:pPr lvl="1"/>
            <a:r>
              <a:rPr lang="en-US" sz="3200" dirty="0"/>
              <a:t>Flexibility</a:t>
            </a:r>
          </a:p>
          <a:p>
            <a:pPr lvl="1"/>
            <a:r>
              <a:rPr lang="en-US" sz="3200" dirty="0"/>
              <a:t>Best Practices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1EADDE-419F-D273-8893-97884AB6A51F}"/>
              </a:ext>
            </a:extLst>
          </p:cNvPr>
          <p:cNvSpPr txBox="1"/>
          <p:nvPr/>
        </p:nvSpPr>
        <p:spPr>
          <a:xfrm>
            <a:off x="762000" y="5868949"/>
            <a:ext cx="4784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https://www.dre.vanderbilt.edu/~schmidt/POSA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3839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21EB-3128-D037-33EE-DCBA87F9B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Development Environment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7BBED1-C220-9DCF-6CB5-B93A93C316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6742795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2103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7FB338-0D21-3FAE-F19D-011225CE2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dirty="0"/>
              <a:t>Generative Artificial Intelligence</a:t>
            </a:r>
          </a:p>
        </p:txBody>
      </p:sp>
      <p:pic>
        <p:nvPicPr>
          <p:cNvPr id="5" name="Picture 4" descr="Microphone against a white background">
            <a:extLst>
              <a:ext uri="{FF2B5EF4-FFF2-40B4-BE49-F238E27FC236}">
                <a16:creationId xmlns:a16="http://schemas.microsoft.com/office/drawing/2014/main" id="{0E800007-CC02-805D-12E5-402C2D26F0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556" r="15224" b="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DCFCA-DEB5-775A-99F9-75D264624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>
            <a:normAutofit/>
          </a:bodyPr>
          <a:lstStyle/>
          <a:p>
            <a:r>
              <a:rPr lang="en-US" dirty="0"/>
              <a:t>We will use GenAI in this class.</a:t>
            </a:r>
          </a:p>
          <a:p>
            <a:pPr lvl="1"/>
            <a:r>
              <a:rPr lang="en-US" dirty="0"/>
              <a:t>Don’t Trust it completely.</a:t>
            </a:r>
          </a:p>
          <a:p>
            <a:pPr lvl="1"/>
            <a:r>
              <a:rPr lang="en-US" dirty="0" err="1"/>
              <a:t>GenAI</a:t>
            </a:r>
            <a:r>
              <a:rPr lang="en-US" dirty="0"/>
              <a:t> lies (Hallucinates) and can lead you down the wrong path</a:t>
            </a:r>
          </a:p>
          <a:p>
            <a:pPr lvl="1"/>
            <a:r>
              <a:rPr lang="en-US" dirty="0"/>
              <a:t>You must understand the concepts to leverage GenAI.</a:t>
            </a:r>
          </a:p>
          <a:p>
            <a:pPr lvl="1"/>
            <a:r>
              <a:rPr lang="en-US" dirty="0"/>
              <a:t>All lectures, notes, and transcripts will be available in the Repo.</a:t>
            </a:r>
          </a:p>
          <a:p>
            <a:pPr lvl="1"/>
            <a:r>
              <a:rPr lang="en-US" dirty="0"/>
              <a:t>Use of RAG + LLM will be advantageous</a:t>
            </a:r>
          </a:p>
          <a:p>
            <a:r>
              <a:rPr lang="en-US" dirty="0"/>
              <a:t>Check out my philosophy around </a:t>
            </a:r>
            <a:r>
              <a:rPr lang="en-US" dirty="0" err="1"/>
              <a:t>GenAI</a:t>
            </a:r>
            <a:r>
              <a:rPr lang="en-US" dirty="0"/>
              <a:t> on my weekly podcast.</a:t>
            </a:r>
          </a:p>
          <a:p>
            <a:pPr lvl="1"/>
            <a:r>
              <a:rPr lang="en-US" dirty="0">
                <a:hlinkClick r:id="rId3"/>
              </a:rPr>
              <a:t>https://embracingdigital.org/collections/en/generativeai.html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582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17654-0312-936C-A77E-7490CBA45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Structure of Lecture</a:t>
            </a:r>
            <a:r>
              <a:rPr lang="en-US" baseline="0"/>
              <a:t> Material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EABA0-071C-EC2E-D86B-ED24E9EDF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Module has videos and resources that should be reviewed.</a:t>
            </a:r>
          </a:p>
          <a:p>
            <a:r>
              <a:rPr lang="en-US" dirty="0"/>
              <a:t>Modules should be reviewed before zoom class every week.</a:t>
            </a:r>
          </a:p>
          <a:p>
            <a:r>
              <a:rPr lang="en-US" dirty="0"/>
              <a:t>Experts in the field and academia have produced the videos.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course is broken into the following three sections</a:t>
            </a:r>
          </a:p>
          <a:p>
            <a:pPr lvl="1"/>
            <a:r>
              <a:rPr lang="en-US" dirty="0"/>
              <a:t>Structured</a:t>
            </a:r>
            <a:r>
              <a:rPr lang="en-US" baseline="0" dirty="0"/>
              <a:t> Concurrency &amp; Reactive Streams</a:t>
            </a:r>
          </a:p>
          <a:p>
            <a:pPr lvl="1"/>
            <a:r>
              <a:rPr lang="en-US" baseline="0" dirty="0"/>
              <a:t>Sync &amp; Async Web communication</a:t>
            </a:r>
          </a:p>
          <a:p>
            <a:pPr lvl="1"/>
            <a:r>
              <a:rPr lang="en-US" baseline="0" dirty="0"/>
              <a:t>Software Patterns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023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887C92-BF40-6F0B-1DA8-53F033C33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Overview of Assignments &amp; Assessments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279A25-AF31-3FFE-E03D-2B4786D127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4833799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5872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7412E-764A-1F48-FF78-6B3FD5C80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 rtl="0" eaLnBrk="1" latinLnBrk="0" hangingPunct="1"/>
            <a:r>
              <a:rPr lang="en-US" kern="1200">
                <a:effectLst/>
                <a:latin typeface="+mj-lt"/>
                <a:ea typeface="+mj-ea"/>
                <a:cs typeface="+mj-cs"/>
              </a:rPr>
              <a:t>Assessment Philosophy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9C8E51-18DA-6B0D-C437-49A7854037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0102946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0242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BB1EF1-8B48-4D50-4912-CC42FD4F3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Assignment</a:t>
            </a:r>
            <a:r>
              <a:rPr lang="en-US" sz="3600" baseline="0">
                <a:solidFill>
                  <a:srgbClr val="FFFFFF"/>
                </a:solidFill>
              </a:rPr>
              <a:t> Assessment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9957E6-7593-C44A-B6D4-150C62CC74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0399219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0515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3CE7C-5F4D-512B-1D13-B325A5AF9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dirty="0"/>
              <a:t>Assignment Details</a:t>
            </a:r>
          </a:p>
        </p:txBody>
      </p:sp>
      <p:pic>
        <p:nvPicPr>
          <p:cNvPr id="5" name="Picture 4" descr="Formulas written on a blackboard">
            <a:extLst>
              <a:ext uri="{FF2B5EF4-FFF2-40B4-BE49-F238E27FC236}">
                <a16:creationId xmlns:a16="http://schemas.microsoft.com/office/drawing/2014/main" id="{3EFF2DD3-DCB5-3B01-6300-16BB88BBB8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90" r="29290" b="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616C1-86BF-97E8-6A4C-A0AEBDE7D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- A0 – Environment &amp; Baseline Service -   Set up tools, choose your project, run two simple services in different languages.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A1 – Components, APIs &amp; Structured Services -   Design service boundaries, create contracts, implement one service twice.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A2 – Integration, Persistence &amp; Resilience - Add a second service, async messaging, timeouts, retries, and resilience patterns.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A3 – Reactive / Async Pipeline &amp; Performance Analysis - </a:t>
            </a:r>
            <a:br>
              <a:rPr lang="en-US" dirty="0"/>
            </a:br>
            <a:r>
              <a:rPr lang="en-US" dirty="0"/>
              <a:t>  Build blocking vs reactive pipelines and analyze performance + scalability.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A4 - Capstone Integration &amp; Production Readiness -  Bring it all together: observability, deployment automation, final architecture review.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841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7B1D7-54A9-7049-7954-79B403808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7B410-82EF-3ABA-6FC9-F16F049BED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Project 1 — Movie / Media Recommender</a:t>
            </a:r>
          </a:p>
          <a:p>
            <a:r>
              <a:rPr lang="en-US" dirty="0"/>
              <a:t>Project 2 — IoT Smart Home Sensor Platform</a:t>
            </a:r>
          </a:p>
          <a:p>
            <a:r>
              <a:rPr lang="en-US" dirty="0"/>
              <a:t>Project 3 — Online Store / Shopping Cart</a:t>
            </a:r>
          </a:p>
          <a:p>
            <a:r>
              <a:rPr lang="en-US" dirty="0"/>
              <a:t>Project 4 — Social News Feed / Content Aggregator</a:t>
            </a:r>
          </a:p>
          <a:p>
            <a:r>
              <a:rPr lang="en-US" dirty="0"/>
              <a:t>Project 5 — Food Delivery &amp; Restaurant Ordering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11425-CE05-F4B0-6FBD-8F3A898832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Each project includes: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synthetic datasets (small / medium / large),</a:t>
            </a:r>
            <a:br>
              <a:rPr lang="en-US" dirty="0"/>
            </a:br>
            <a:r>
              <a:rPr lang="en-US" dirty="0"/>
              <a:t>- documented schemas,</a:t>
            </a:r>
            <a:br>
              <a:rPr lang="en-US" dirty="0"/>
            </a:br>
            <a:r>
              <a:rPr lang="en-US" dirty="0"/>
              <a:t>- a </a:t>
            </a:r>
            <a:r>
              <a:rPr lang="en-US" dirty="0" err="1"/>
              <a:t>PlantUML</a:t>
            </a:r>
            <a:r>
              <a:rPr lang="en-US" dirty="0"/>
              <a:t> data model to reason about architecture,</a:t>
            </a:r>
            <a:br>
              <a:rPr lang="en-US" dirty="0"/>
            </a:br>
            <a:r>
              <a:rPr lang="en-US" dirty="0"/>
              <a:t>- freedom to choose MVC, DOV, or a similar architectural style.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 starter code is provided — part of the learning is deciding </a:t>
            </a:r>
            <a:r>
              <a:rPr lang="en-US" b="1" dirty="0"/>
              <a:t>how </a:t>
            </a:r>
            <a:r>
              <a:rPr lang="en-US" dirty="0"/>
              <a:t>to design controllers, models, boundaries, and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275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5C9E3A-C38F-6E69-3BFA-8E98454CD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pPr rtl="0" eaLnBrk="1" latinLnBrk="0" hangingPunct="1"/>
            <a:r>
              <a:rPr lang="en-US" sz="36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Grading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BAAF179F-EC6A-E4EA-F658-13B71C24B5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569205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0498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BA258D-C6A7-F906-C62F-E79A71987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Submitting</a:t>
            </a:r>
            <a:r>
              <a:rPr lang="en-US" sz="3600" baseline="0">
                <a:solidFill>
                  <a:srgbClr val="FFFFFF"/>
                </a:solidFill>
              </a:rPr>
              <a:t> Assignments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CD92D645-A37C-C792-1EBC-5DC898ECC3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8863584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1454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20116-1B55-B3DD-2963-209EB5ACB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2EF82-5374-6F61-5BD2-66825D6AE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Stay on top of the modules and the assignments.</a:t>
            </a:r>
          </a:p>
          <a:p>
            <a:r>
              <a:rPr lang="en-US" dirty="0"/>
              <a:t>Do not fall behind.</a:t>
            </a:r>
          </a:p>
          <a:p>
            <a:r>
              <a:rPr lang="en-US" dirty="0"/>
              <a:t>Assignments build on top of each other.</a:t>
            </a:r>
          </a:p>
          <a:p>
            <a:r>
              <a:rPr lang="en-US" dirty="0"/>
              <a:t>Join the discussions in Brightspace</a:t>
            </a:r>
          </a:p>
          <a:p>
            <a:endParaRPr lang="en-US" dirty="0"/>
          </a:p>
          <a:p>
            <a:r>
              <a:rPr lang="en-US" dirty="0"/>
              <a:t>If you have questions </a:t>
            </a:r>
          </a:p>
          <a:p>
            <a:r>
              <a:rPr lang="en-US" dirty="0"/>
              <a:t>Darren.Pulsipher@vanderbilt.edu</a:t>
            </a:r>
          </a:p>
        </p:txBody>
      </p:sp>
    </p:spTree>
    <p:extLst>
      <p:ext uri="{BB962C8B-B14F-4D97-AF65-F5344CB8AC3E}">
        <p14:creationId xmlns:p14="http://schemas.microsoft.com/office/powerpoint/2010/main" val="244976760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C2BC80"/>
      </a:accent1>
      <a:accent2>
        <a:srgbClr val="A39B4E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1313</TotalTime>
  <Words>905</Words>
  <Application>Microsoft Office PowerPoint</Application>
  <PresentationFormat>Widescreen</PresentationFormat>
  <Paragraphs>131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Calibri</vt:lpstr>
      <vt:lpstr>Calibri Light</vt:lpstr>
      <vt:lpstr>Retrospect</vt:lpstr>
      <vt:lpstr>CS-8395 Introduction</vt:lpstr>
      <vt:lpstr>Learning Objectives</vt:lpstr>
      <vt:lpstr>Course Philosophy</vt:lpstr>
      <vt:lpstr>Moore’s Law</vt:lpstr>
      <vt:lpstr>Thinking or Doing</vt:lpstr>
      <vt:lpstr>Thursday Class time</vt:lpstr>
      <vt:lpstr>Summary of Course Content</vt:lpstr>
      <vt:lpstr>Key Frameworks</vt:lpstr>
      <vt:lpstr>Modern Web Programming Platforms</vt:lpstr>
      <vt:lpstr>Pattern for Concurrent &amp; Parallel Programming</vt:lpstr>
      <vt:lpstr>Development Environment</vt:lpstr>
      <vt:lpstr>Generative Artificial Intelligence</vt:lpstr>
      <vt:lpstr>Structure of Lecture Material</vt:lpstr>
      <vt:lpstr>Overview of Assignments &amp; Assessments</vt:lpstr>
      <vt:lpstr>Assessment Philosophy</vt:lpstr>
      <vt:lpstr>Assignment Assessment</vt:lpstr>
      <vt:lpstr>Assignment Details</vt:lpstr>
      <vt:lpstr>Projects</vt:lpstr>
      <vt:lpstr>Grading</vt:lpstr>
      <vt:lpstr>Submitting Assignments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Darren Pulsipher</dc:creator>
  <cp:lastModifiedBy>Darren Pulsipher</cp:lastModifiedBy>
  <cp:revision>4</cp:revision>
  <dcterms:created xsi:type="dcterms:W3CDTF">2025-01-09T17:44:34Z</dcterms:created>
  <dcterms:modified xsi:type="dcterms:W3CDTF">2026-01-09T13:59:44Z</dcterms:modified>
</cp:coreProperties>
</file>